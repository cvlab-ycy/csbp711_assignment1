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5.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6.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7.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5" r:id="rId1"/>
    <p:sldMasterId id="2147483763" r:id="rId2"/>
    <p:sldMasterId id="2147483803" r:id="rId3"/>
    <p:sldMasterId id="2147483825" r:id="rId4"/>
    <p:sldMasterId id="2147483814" r:id="rId5"/>
    <p:sldMasterId id="2147483792" r:id="rId6"/>
    <p:sldMasterId id="2147483781" r:id="rId7"/>
    <p:sldMasterId id="2147483772" r:id="rId8"/>
  </p:sldMasterIdLst>
  <p:notesMasterIdLst>
    <p:notesMasterId r:id="rId14"/>
  </p:notesMasterIdLst>
  <p:handoutMasterIdLst>
    <p:handoutMasterId r:id="rId15"/>
  </p:handoutMasterIdLst>
  <p:sldIdLst>
    <p:sldId id="256" r:id="rId9"/>
    <p:sldId id="257" r:id="rId10"/>
    <p:sldId id="258" r:id="rId11"/>
    <p:sldId id="259" r:id="rId12"/>
    <p:sldId id="260" r:id="rId13"/>
  </p:sldIdLst>
  <p:sldSz cx="12192000" cy="6858000"/>
  <p:notesSz cx="6645275" cy="97758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898CF9A-AC4C-8943-AE12-F46487144EC1}">
          <p14:sldIdLst>
            <p14:sldId id="256"/>
            <p14:sldId id="257"/>
            <p14:sldId id="258"/>
            <p14:sldId id="259"/>
            <p14:sldId id="260"/>
          </p14:sldIdLst>
        </p14:section>
      </p14:sectionLst>
    </p:ext>
    <p:ext uri="{EFAFB233-063F-42B5-8137-9DF3F51BA10A}">
      <p15:sldGuideLst xmlns:p15="http://schemas.microsoft.com/office/powerpoint/2012/main">
        <p15:guide id="1" orient="horz" pos="3120" userDrawn="1">
          <p15:clr>
            <a:srgbClr val="A4A3A4"/>
          </p15:clr>
        </p15:guide>
        <p15:guide id="2" pos="360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FEE"/>
    <a:srgbClr val="205FA5"/>
    <a:srgbClr val="00FDFF"/>
    <a:srgbClr val="81D652"/>
    <a:srgbClr val="FFDACF"/>
    <a:srgbClr val="EDCCC1"/>
    <a:srgbClr val="FFCB9B"/>
    <a:srgbClr val="BEE0F7"/>
    <a:srgbClr val="C3D3E5"/>
    <a:srgbClr val="205F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50" autoAdjust="0"/>
    <p:restoredTop sz="66183" autoAdjust="0"/>
  </p:normalViewPr>
  <p:slideViewPr>
    <p:cSldViewPr>
      <p:cViewPr varScale="1">
        <p:scale>
          <a:sx n="81" d="100"/>
          <a:sy n="81" d="100"/>
        </p:scale>
        <p:origin x="1408" y="176"/>
      </p:cViewPr>
      <p:guideLst>
        <p:guide orient="horz" pos="3120"/>
        <p:guide pos="3600"/>
      </p:guideLst>
    </p:cSldViewPr>
  </p:slideViewPr>
  <p:notesTextViewPr>
    <p:cViewPr>
      <p:scale>
        <a:sx n="3" d="2"/>
        <a:sy n="3" d="2"/>
      </p:scale>
      <p:origin x="0" y="0"/>
    </p:cViewPr>
  </p:notesTextViewPr>
  <p:sorterViewPr>
    <p:cViewPr varScale="1">
      <p:scale>
        <a:sx n="1" d="1"/>
        <a:sy n="1" d="1"/>
      </p:scale>
      <p:origin x="0" y="0"/>
    </p:cViewPr>
  </p:sorterViewPr>
  <p:notesViewPr>
    <p:cSldViewPr>
      <p:cViewPr>
        <p:scale>
          <a:sx n="179" d="100"/>
          <a:sy n="179" d="100"/>
        </p:scale>
        <p:origin x="1120" y="-351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5" Type="http://schemas.openxmlformats.org/officeDocument/2006/relationships/slideMaster" Target="slideMasters/slideMaster5.xml"/><Relationship Id="rId15" Type="http://schemas.openxmlformats.org/officeDocument/2006/relationships/handoutMaster" Target="handoutMasters/handoutMaster1.xml"/><Relationship Id="rId10" Type="http://schemas.openxmlformats.org/officeDocument/2006/relationships/slide" Target="slides/slide2.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r>
              <a:rPr lang="en-US" sz="1300" b="1" i="0">
                <a:solidFill>
                  <a:srgbClr val="242424"/>
                </a:solidFill>
                <a:latin typeface="Times New Roman"/>
              </a:rPr>
              <a:t>Test accuracy (%): dark = original, light = pixels shuffled</a:t>
            </a:r>
          </a:p>
        </c:rich>
      </c:tx>
      <c:overlay val="0"/>
    </c:title>
    <c:autoTitleDeleted val="0"/>
    <c:plotArea>
      <c:layout/>
      <c:barChart>
        <c:barDir val="col"/>
        <c:grouping val="clustered"/>
        <c:varyColors val="1"/>
        <c:ser>
          <c:idx val="0"/>
          <c:order val="0"/>
          <c:tx>
            <c:strRef>
              <c:f>Sheet1!$B$1</c:f>
              <c:strCache>
                <c:ptCount val="1"/>
                <c:pt idx="0">
                  <c:v>Original</c:v>
                </c:pt>
              </c:strCache>
            </c:strRef>
          </c:tx>
          <c:spPr>
            <a:solidFill>
              <a:srgbClr val="404040"/>
            </a:solidFill>
          </c:spPr>
          <c:invertIfNegative val="1"/>
          <c:dPt>
            <c:idx val="3"/>
            <c:invertIfNegative val="1"/>
            <c:bubble3D val="0"/>
            <c:spPr>
              <a:solidFill>
                <a:srgbClr val="C00000"/>
              </a:solidFill>
            </c:spPr>
            <c:extLst>
              <c:ext xmlns:c16="http://schemas.microsoft.com/office/drawing/2014/chart" uri="{C3380CC4-5D6E-409C-BE32-E72D297353CC}">
                <c16:uniqueId val="{00000001-F8CF-4196-9661-13B43EA032B1}"/>
              </c:ext>
            </c:extLst>
          </c:dPt>
          <c:dLbls>
            <c:numFmt formatCode="0.0" sourceLinked="0"/>
            <c:spPr>
              <a:noFill/>
              <a:ln>
                <a:noFill/>
              </a:ln>
              <a:effectLst/>
            </c:spPr>
            <c:txPr>
              <a:bodyPr/>
              <a:lstStyle/>
              <a:p>
                <a:pPr>
                  <a:defRPr sz="1200">
                    <a:latin typeface="Times New Roman"/>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Centroid</c:v>
                </c:pt>
                <c:pt idx="1">
                  <c:v>Logistic</c:v>
                </c:pt>
                <c:pt idx="2">
                  <c:v>MLP</c:v>
                </c:pt>
                <c:pt idx="3">
                  <c:v>CNN</c:v>
                </c:pt>
              </c:strCache>
            </c:strRef>
          </c:cat>
          <c:val>
            <c:numRef>
              <c:f>Sheet1!$B$2:$B$5</c:f>
              <c:numCache>
                <c:formatCode>General</c:formatCode>
                <c:ptCount val="4"/>
                <c:pt idx="0">
                  <c:v>67.69</c:v>
                </c:pt>
                <c:pt idx="1">
                  <c:v>84.36</c:v>
                </c:pt>
                <c:pt idx="2">
                  <c:v>88.25</c:v>
                </c:pt>
                <c:pt idx="3">
                  <c:v>91.28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F8CF-4196-9661-13B43EA032B1}"/>
            </c:ext>
          </c:extLst>
        </c:ser>
        <c:ser>
          <c:idx val="1"/>
          <c:order val="1"/>
          <c:tx>
            <c:strRef>
              <c:f>Sheet1!$C$1</c:f>
              <c:strCache>
                <c:ptCount val="1"/>
                <c:pt idx="0">
                  <c:v>Shuffled</c:v>
                </c:pt>
              </c:strCache>
            </c:strRef>
          </c:tx>
          <c:spPr>
            <a:solidFill>
              <a:srgbClr val="A6A6A6"/>
            </a:solidFill>
          </c:spPr>
          <c:invertIfNegative val="1"/>
          <c:dPt>
            <c:idx val="3"/>
            <c:invertIfNegative val="1"/>
            <c:bubble3D val="0"/>
            <c:spPr>
              <a:solidFill>
                <a:srgbClr val="E8A3A3"/>
              </a:solidFill>
            </c:spPr>
            <c:extLst>
              <c:ext xmlns:c16="http://schemas.microsoft.com/office/drawing/2014/chart" uri="{C3380CC4-5D6E-409C-BE32-E72D297353CC}">
                <c16:uniqueId val="{00000004-F8CF-4196-9661-13B43EA032B1}"/>
              </c:ext>
            </c:extLst>
          </c:dPt>
          <c:dLbls>
            <c:numFmt formatCode="0.0" sourceLinked="0"/>
            <c:spPr>
              <a:noFill/>
              <a:ln>
                <a:noFill/>
              </a:ln>
              <a:effectLst/>
            </c:spPr>
            <c:txPr>
              <a:bodyPr/>
              <a:lstStyle/>
              <a:p>
                <a:pPr>
                  <a:defRPr sz="1200">
                    <a:latin typeface="Times New Roman"/>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Centroid</c:v>
                </c:pt>
                <c:pt idx="1">
                  <c:v>Logistic</c:v>
                </c:pt>
                <c:pt idx="2">
                  <c:v>MLP</c:v>
                </c:pt>
                <c:pt idx="3">
                  <c:v>CNN</c:v>
                </c:pt>
              </c:strCache>
            </c:strRef>
          </c:cat>
          <c:val>
            <c:numRef>
              <c:f>Sheet1!$C$2:$C$5</c:f>
              <c:numCache>
                <c:formatCode>General</c:formatCode>
                <c:ptCount val="4"/>
                <c:pt idx="0">
                  <c:v>67.69</c:v>
                </c:pt>
                <c:pt idx="1">
                  <c:v>84.36</c:v>
                </c:pt>
                <c:pt idx="2">
                  <c:v>88.02</c:v>
                </c:pt>
                <c:pt idx="3">
                  <c:v>87.4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F8CF-4196-9661-13B43EA032B1}"/>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1400">
                <a:latin typeface="Times New Roman"/>
              </a:defRPr>
            </a:pPr>
            <a:endParaRPr lang="zh-CN"/>
          </a:p>
        </c:txPr>
        <c:crossAx val="-2113994440"/>
        <c:crosses val="autoZero"/>
        <c:auto val="1"/>
        <c:lblAlgn val="ctr"/>
        <c:lblOffset val="100"/>
        <c:noMultiLvlLbl val="0"/>
      </c:catAx>
      <c:valAx>
        <c:axId val="-2113994440"/>
        <c:scaling>
          <c:orientation val="minMax"/>
          <c:max val="95"/>
          <c:min val="60"/>
        </c:scaling>
        <c:delete val="0"/>
        <c:axPos val="l"/>
        <c:majorGridlines>
          <c:spPr>
            <a:ln>
              <a:solidFill>
                <a:srgbClr val="E3E3E3"/>
              </a:solidFill>
            </a:ln>
          </c:spPr>
        </c:majorGridlines>
        <c:numFmt formatCode="General" sourceLinked="1"/>
        <c:majorTickMark val="out"/>
        <c:minorTickMark val="none"/>
        <c:tickLblPos val="nextTo"/>
        <c:spPr>
          <a:ln>
            <a:noFill/>
          </a:ln>
        </c:spPr>
        <c:txPr>
          <a:bodyPr/>
          <a:lstStyle/>
          <a:p>
            <a:pPr>
              <a:defRPr sz="1200">
                <a:latin typeface="Times New Roman"/>
              </a:defRPr>
            </a:pPr>
            <a:endParaRPr lang="zh-CN"/>
          </a:p>
        </c:txPr>
        <c:crossAx val="-2068027336"/>
        <c:crosses val="autoZero"/>
        <c:crossBetween val="between"/>
        <c:majorUnit val="10"/>
      </c:valAx>
    </c:plotArea>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80221" cy="49079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63550" y="1"/>
            <a:ext cx="2880221" cy="490794"/>
          </a:xfrm>
          <a:prstGeom prst="rect">
            <a:avLst/>
          </a:prstGeom>
        </p:spPr>
        <p:txBody>
          <a:bodyPr vert="horz" lIns="91440" tIns="45720" rIns="91440" bIns="45720" rtlCol="0"/>
          <a:lstStyle>
            <a:lvl1pPr algn="r">
              <a:defRPr sz="1200"/>
            </a:lvl1pPr>
          </a:lstStyle>
          <a:p>
            <a:fld id="{254205F1-10AF-425A-94FC-EF39D85DA0E6}" type="datetimeFigureOut">
              <a:rPr lang="en-US" smtClean="0"/>
              <a:t>10/3/26</a:t>
            </a:fld>
            <a:endParaRPr lang="en-US"/>
          </a:p>
        </p:txBody>
      </p:sp>
      <p:sp>
        <p:nvSpPr>
          <p:cNvPr id="4" name="Footer Placeholder 3"/>
          <p:cNvSpPr>
            <a:spLocks noGrp="1"/>
          </p:cNvSpPr>
          <p:nvPr>
            <p:ph type="ftr" sz="quarter" idx="2"/>
          </p:nvPr>
        </p:nvSpPr>
        <p:spPr>
          <a:xfrm>
            <a:off x="1" y="9285031"/>
            <a:ext cx="2880221" cy="49079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63550" y="9285031"/>
            <a:ext cx="2880221" cy="490794"/>
          </a:xfrm>
          <a:prstGeom prst="rect">
            <a:avLst/>
          </a:prstGeom>
        </p:spPr>
        <p:txBody>
          <a:bodyPr vert="horz" lIns="91440" tIns="45720" rIns="91440" bIns="45720" rtlCol="0" anchor="b"/>
          <a:lstStyle>
            <a:lvl1pPr algn="r">
              <a:defRPr sz="1200"/>
            </a:lvl1pPr>
          </a:lstStyle>
          <a:p>
            <a:fld id="{F8BC5AEA-1179-4E8D-9D33-5433C559BE5C}" type="slidenum">
              <a:rPr lang="en-US" smtClean="0"/>
              <a:t>‹#›</a:t>
            </a:fld>
            <a:endParaRPr lang="en-US"/>
          </a:p>
        </p:txBody>
      </p:sp>
    </p:spTree>
    <p:extLst>
      <p:ext uri="{BB962C8B-B14F-4D97-AF65-F5344CB8AC3E}">
        <p14:creationId xmlns:p14="http://schemas.microsoft.com/office/powerpoint/2010/main" val="35965934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79619" cy="490488"/>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764118" y="0"/>
            <a:ext cx="2879619" cy="490488"/>
          </a:xfrm>
          <a:prstGeom prst="rect">
            <a:avLst/>
          </a:prstGeom>
        </p:spPr>
        <p:txBody>
          <a:bodyPr vert="horz" lIns="93177" tIns="46589" rIns="93177" bIns="46589" rtlCol="0"/>
          <a:lstStyle>
            <a:lvl1pPr algn="r">
              <a:defRPr sz="1200"/>
            </a:lvl1pPr>
          </a:lstStyle>
          <a:p>
            <a:fld id="{5D04BEB4-8FC6-4F43-AE11-AD06C7D50F75}" type="datetimeFigureOut">
              <a:rPr lang="en-US" smtClean="0"/>
              <a:t>10/3/26</a:t>
            </a:fld>
            <a:endParaRPr lang="en-US"/>
          </a:p>
        </p:txBody>
      </p:sp>
      <p:sp>
        <p:nvSpPr>
          <p:cNvPr id="4" name="Slide Image Placeholder 3"/>
          <p:cNvSpPr>
            <a:spLocks noGrp="1" noRot="1" noChangeAspect="1"/>
          </p:cNvSpPr>
          <p:nvPr>
            <p:ph type="sldImg" idx="2"/>
          </p:nvPr>
        </p:nvSpPr>
        <p:spPr>
          <a:xfrm>
            <a:off x="390525" y="1222375"/>
            <a:ext cx="5864225" cy="3298825"/>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664528" y="4704615"/>
            <a:ext cx="5316220" cy="3849232"/>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285338"/>
            <a:ext cx="2879619" cy="490487"/>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764118" y="9285338"/>
            <a:ext cx="2879619" cy="490487"/>
          </a:xfrm>
          <a:prstGeom prst="rect">
            <a:avLst/>
          </a:prstGeom>
        </p:spPr>
        <p:txBody>
          <a:bodyPr vert="horz" lIns="93177" tIns="46589" rIns="93177" bIns="46589" rtlCol="0" anchor="b"/>
          <a:lstStyle>
            <a:lvl1pPr algn="r">
              <a:defRPr sz="1200"/>
            </a:lvl1pPr>
          </a:lstStyle>
          <a:p>
            <a:fld id="{3C3B537F-9332-45C9-96C3-7D24AA6C9656}" type="slidenum">
              <a:rPr lang="en-US" smtClean="0"/>
              <a:t>‹#›</a:t>
            </a:fld>
            <a:endParaRPr lang="en-US"/>
          </a:p>
        </p:txBody>
      </p:sp>
    </p:spTree>
    <p:extLst>
      <p:ext uri="{BB962C8B-B14F-4D97-AF65-F5344CB8AC3E}">
        <p14:creationId xmlns:p14="http://schemas.microsoft.com/office/powerpoint/2010/main" val="4072484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079" userDrawn="1">
          <p15:clr>
            <a:srgbClr val="F26B43"/>
          </p15:clr>
        </p15:guide>
        <p15:guide id="2" pos="2093"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zh-CN" alt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5.xml"/><Relationship Id="rId4"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6.xml"/><Relationship Id="rId4" Type="http://schemas.openxmlformats.org/officeDocument/2006/relationships/image" Target="../media/image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8.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7.xml"/><Relationship Id="rId4"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8.xml"/><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8.xml"/><Relationship Id="rId4" Type="http://schemas.openxmlformats.org/officeDocument/2006/relationships/image" Target="../media/image8.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dirty="0"/>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C395895-F29C-4166-A949-0FBA29CB659F}" type="slidenum">
              <a:rPr lang="en-US" altLang="en-US" smtClean="0"/>
              <a:pPr/>
              <a:t>‹#›</a:t>
            </a:fld>
            <a:endParaRPr lang="en-US" altLang="en-US"/>
          </a:p>
        </p:txBody>
      </p:sp>
    </p:spTree>
    <p:extLst>
      <p:ext uri="{BB962C8B-B14F-4D97-AF65-F5344CB8AC3E}">
        <p14:creationId xmlns:p14="http://schemas.microsoft.com/office/powerpoint/2010/main" val="1037982178"/>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pPr defTabSz="914377" fontAlgn="base">
              <a:spcBef>
                <a:spcPct val="0"/>
              </a:spcBef>
              <a:spcAft>
                <a:spcPct val="0"/>
              </a:spcAft>
            </a:pPr>
            <a:fld id="{3441107B-8C77-42F8-B446-35252489FA3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909097701"/>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22"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32"/>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22" y="2057400"/>
            <a:ext cx="393276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9F86C686-0772-45B8-914C-D31104D043B5}"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747272343"/>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22"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32"/>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40322" y="2057400"/>
            <a:ext cx="393276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31154C51-E7FE-4BE2-964D-9EA2413477DA}"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150370517"/>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832DC5D3-AD41-4659-866A-5CB0CB3446C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1270631087"/>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78900" y="68270"/>
            <a:ext cx="2937933" cy="61039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5100" y="68270"/>
            <a:ext cx="8610600" cy="610393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58A21856-27AF-4D70-8135-22471679316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926802179"/>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dirty="0"/>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C395895-F29C-4166-A949-0FBA29CB659F}" type="slidenum">
              <a:rPr lang="en-US" altLang="en-US" smtClean="0"/>
              <a:pPr/>
              <a:t>‹#›</a:t>
            </a:fld>
            <a:endParaRPr lang="en-US" altLang="en-US"/>
          </a:p>
        </p:txBody>
      </p:sp>
    </p:spTree>
    <p:extLst>
      <p:ext uri="{BB962C8B-B14F-4D97-AF65-F5344CB8AC3E}">
        <p14:creationId xmlns:p14="http://schemas.microsoft.com/office/powerpoint/2010/main" val="20767599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dirty="0"/>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C395895-F29C-4166-A949-0FBA29CB659F}" type="slidenum">
              <a:rPr lang="en-US" altLang="en-US" smtClean="0"/>
              <a:pPr/>
              <a:t>‹#›</a:t>
            </a:fld>
            <a:endParaRPr lang="en-US" altLang="en-US"/>
          </a:p>
        </p:txBody>
      </p:sp>
    </p:spTree>
    <p:extLst>
      <p:ext uri="{BB962C8B-B14F-4D97-AF65-F5344CB8AC3E}">
        <p14:creationId xmlns:p14="http://schemas.microsoft.com/office/powerpoint/2010/main" val="3229748176"/>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pPr defTabSz="914377" fontAlgn="base">
              <a:spcBef>
                <a:spcPct val="0"/>
              </a:spcBef>
              <a:spcAft>
                <a:spcPct val="0"/>
              </a:spcAft>
            </a:pPr>
            <a:fld id="{3441107B-8C77-42F8-B446-35252489FA3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5" name="Rectangle 2">
            <a:extLst>
              <a:ext uri="{FF2B5EF4-FFF2-40B4-BE49-F238E27FC236}">
                <a16:creationId xmlns:a16="http://schemas.microsoft.com/office/drawing/2014/main" id="{EBFF8896-68FC-E64D-9DC5-E9FF16ACD1CB}"/>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6" name="Picture 5">
            <a:extLst>
              <a:ext uri="{FF2B5EF4-FFF2-40B4-BE49-F238E27FC236}">
                <a16:creationId xmlns:a16="http://schemas.microsoft.com/office/drawing/2014/main" id="{AF29703C-AEA5-E542-9EFC-004B16A6776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Tree>
    <p:extLst>
      <p:ext uri="{BB962C8B-B14F-4D97-AF65-F5344CB8AC3E}">
        <p14:creationId xmlns:p14="http://schemas.microsoft.com/office/powerpoint/2010/main" val="622175232"/>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9F86C686-0772-45B8-914C-D31104D043B5}"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8" name="Title 1">
            <a:extLst>
              <a:ext uri="{FF2B5EF4-FFF2-40B4-BE49-F238E27FC236}">
                <a16:creationId xmlns:a16="http://schemas.microsoft.com/office/drawing/2014/main" id="{79E82F89-F245-7B47-A11F-23213FA4AFDC}"/>
              </a:ext>
            </a:extLst>
          </p:cNvPr>
          <p:cNvSpPr>
            <a:spLocks noGrp="1"/>
          </p:cNvSpPr>
          <p:nvPr>
            <p:ph type="title"/>
          </p:nvPr>
        </p:nvSpPr>
        <p:spPr>
          <a:xfrm>
            <a:off x="840322" y="457200"/>
            <a:ext cx="3932767" cy="1600200"/>
          </a:xfrm>
          <a:prstGeom prst="rect">
            <a:avLst/>
          </a:prstGeom>
        </p:spPr>
        <p:txBody>
          <a:bodyPr anchor="b"/>
          <a:lstStyle>
            <a:lvl1pPr>
              <a:defRPr sz="3200"/>
            </a:lvl1pPr>
          </a:lstStyle>
          <a:p>
            <a:r>
              <a:rPr lang="en-US"/>
              <a:t>Click to edit Master title style</a:t>
            </a:r>
          </a:p>
        </p:txBody>
      </p:sp>
      <p:sp>
        <p:nvSpPr>
          <p:cNvPr id="9" name="Content Placeholder 2">
            <a:extLst>
              <a:ext uri="{FF2B5EF4-FFF2-40B4-BE49-F238E27FC236}">
                <a16:creationId xmlns:a16="http://schemas.microsoft.com/office/drawing/2014/main" id="{698D8060-B8EE-9440-A3D6-44DC53BC3816}"/>
              </a:ext>
            </a:extLst>
          </p:cNvPr>
          <p:cNvSpPr>
            <a:spLocks noGrp="1"/>
          </p:cNvSpPr>
          <p:nvPr>
            <p:ph idx="1"/>
          </p:nvPr>
        </p:nvSpPr>
        <p:spPr>
          <a:xfrm>
            <a:off x="5183717" y="987432"/>
            <a:ext cx="6172200" cy="4873625"/>
          </a:xfrm>
          <a:prstGeom prst="rect">
            <a:avLst/>
          </a:prstGeom>
        </p:spPr>
        <p:txBody>
          <a:bodyPr/>
          <a:lstStyle>
            <a:lvl1pPr marL="342891" indent="-342891">
              <a:buFontTx/>
              <a:buBlip>
                <a:blip r:embed="rId2"/>
              </a:buBlip>
              <a:defRPr sz="3200"/>
            </a:lvl1pPr>
            <a:lvl2pPr marL="742932" indent="-285744">
              <a:buFontTx/>
              <a:buBlip>
                <a:blip r:embed="rId3"/>
              </a:buBlip>
              <a:defRPr sz="2800"/>
            </a:lvl2pPr>
            <a:lvl3pPr marL="1142971" indent="-228594">
              <a:buFontTx/>
              <a:buBlip>
                <a:blip r:embed="rId3"/>
              </a:buBlip>
              <a:defRPr sz="2400"/>
            </a:lvl3pPr>
            <a:lvl4pPr marL="1600160" indent="-228594">
              <a:buFontTx/>
              <a:buBlip>
                <a:blip r:embed="rId3"/>
              </a:buBlip>
              <a:defRPr sz="2000"/>
            </a:lvl4pPr>
            <a:lvl5pPr marL="2057349" indent="-228594">
              <a:buFontTx/>
              <a:buBlip>
                <a:blip r:embed="rId3"/>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3">
            <a:extLst>
              <a:ext uri="{FF2B5EF4-FFF2-40B4-BE49-F238E27FC236}">
                <a16:creationId xmlns:a16="http://schemas.microsoft.com/office/drawing/2014/main" id="{4407681A-DC29-8840-A282-E7DDD1F87595}"/>
              </a:ext>
            </a:extLst>
          </p:cNvPr>
          <p:cNvSpPr>
            <a:spLocks noGrp="1"/>
          </p:cNvSpPr>
          <p:nvPr>
            <p:ph type="body" sz="half" idx="2"/>
          </p:nvPr>
        </p:nvSpPr>
        <p:spPr>
          <a:xfrm>
            <a:off x="840322" y="2057400"/>
            <a:ext cx="393276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Tree>
    <p:extLst>
      <p:ext uri="{BB962C8B-B14F-4D97-AF65-F5344CB8AC3E}">
        <p14:creationId xmlns:p14="http://schemas.microsoft.com/office/powerpoint/2010/main" val="3722869121"/>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22"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32"/>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40322" y="2057400"/>
            <a:ext cx="393276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31154C51-E7FE-4BE2-964D-9EA2413477DA}"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514910401"/>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lvl1pPr marL="342891" indent="-342891">
              <a:buFontTx/>
              <a:buBlip>
                <a:blip r:embed="rId2"/>
              </a:buBlip>
              <a:defRPr/>
            </a:lvl1pPr>
            <a:lvl2pPr marL="742932" indent="-285744">
              <a:buFontTx/>
              <a:buBlip>
                <a:blip r:embed="rId3"/>
              </a:buBlip>
              <a:defRPr/>
            </a:lvl2pPr>
            <a:lvl3pPr marL="1142971" indent="-228594">
              <a:buFontTx/>
              <a:buBlip>
                <a:blip r:embed="rId2"/>
              </a:buBlip>
              <a:defRPr/>
            </a:lvl3pPr>
            <a:lvl4pPr marL="1600160" indent="-228594">
              <a:buFontTx/>
              <a:buBlip>
                <a:blip r:embed="rId3"/>
              </a:buBlip>
              <a:defRPr/>
            </a:lvl4pPr>
            <a:lvl5pPr marL="2057349" indent="-228594">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832DC5D3-AD41-4659-866A-5CB0CB3446C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7" name="Rectangle 2">
            <a:extLst>
              <a:ext uri="{FF2B5EF4-FFF2-40B4-BE49-F238E27FC236}">
                <a16:creationId xmlns:a16="http://schemas.microsoft.com/office/drawing/2014/main" id="{A1952A96-581D-0345-8012-49E899344C37}"/>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8" name="Picture 7">
            <a:extLst>
              <a:ext uri="{FF2B5EF4-FFF2-40B4-BE49-F238E27FC236}">
                <a16:creationId xmlns:a16="http://schemas.microsoft.com/office/drawing/2014/main" id="{FCD26CD8-29A3-6141-B43F-0672FE7962C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Tree>
    <p:extLst>
      <p:ext uri="{BB962C8B-B14F-4D97-AF65-F5344CB8AC3E}">
        <p14:creationId xmlns:p14="http://schemas.microsoft.com/office/powerpoint/2010/main" val="742129416"/>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78900" y="68270"/>
            <a:ext cx="2937933" cy="61039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5100" y="68270"/>
            <a:ext cx="8610600" cy="610393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58A21856-27AF-4D70-8135-22471679316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36496549"/>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27A65FE3-EFCB-4EDD-8916-09428BE0C2CC}" type="slidenum">
              <a:rPr lang="en-US" altLang="en-US" smtClean="0"/>
              <a:pPr/>
              <a:t>‹#›</a:t>
            </a:fld>
            <a:endParaRPr lang="en-US" altLang="en-US" dirty="0"/>
          </a:p>
        </p:txBody>
      </p:sp>
      <p:sp>
        <p:nvSpPr>
          <p:cNvPr id="7" name="Rectangle 2">
            <a:extLst>
              <a:ext uri="{FF2B5EF4-FFF2-40B4-BE49-F238E27FC236}">
                <a16:creationId xmlns:a16="http://schemas.microsoft.com/office/drawing/2014/main" id="{8CD6D19E-B99D-7D4B-A1C9-CE3BB52C31D2}"/>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8" name="Picture 7">
            <a:extLst>
              <a:ext uri="{FF2B5EF4-FFF2-40B4-BE49-F238E27FC236}">
                <a16:creationId xmlns:a16="http://schemas.microsoft.com/office/drawing/2014/main" id="{7FFF382A-A09F-8445-81BA-CD76CBBCCE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
        <p:nvSpPr>
          <p:cNvPr id="9" name="Content Placeholder 2">
            <a:extLst>
              <a:ext uri="{FF2B5EF4-FFF2-40B4-BE49-F238E27FC236}">
                <a16:creationId xmlns:a16="http://schemas.microsoft.com/office/drawing/2014/main" id="{C5E2778F-0051-8949-98AE-1BA9739D57F9}"/>
              </a:ext>
            </a:extLst>
          </p:cNvPr>
          <p:cNvSpPr>
            <a:spLocks noGrp="1"/>
          </p:cNvSpPr>
          <p:nvPr>
            <p:ph idx="1"/>
          </p:nvPr>
        </p:nvSpPr>
        <p:spPr>
          <a:xfrm>
            <a:off x="1493871" y="1679577"/>
            <a:ext cx="9791700" cy="3806825"/>
          </a:xfrm>
          <a:prstGeom prst="rect">
            <a:avLst/>
          </a:prstGeom>
        </p:spPr>
        <p:txBody>
          <a:bodyPr/>
          <a:lstStyle>
            <a:lvl1pPr marL="342891" indent="-342891">
              <a:buFontTx/>
              <a:buBlip>
                <a:blip r:embed="rId3"/>
              </a:buBlip>
              <a:defRPr sz="3200"/>
            </a:lvl1pPr>
            <a:lvl2pPr marL="742932" indent="-285744">
              <a:buFontTx/>
              <a:buBlip>
                <a:blip r:embed="rId4"/>
              </a:buBlip>
              <a:defRPr sz="2800"/>
            </a:lvl2pPr>
            <a:lvl3pPr marL="1142971" indent="-228594">
              <a:buFontTx/>
              <a:buBlip>
                <a:blip r:embed="rId4"/>
              </a:buBlip>
              <a:defRPr sz="2400"/>
            </a:lvl3pPr>
            <a:lvl4pPr marL="1600160" indent="-228594">
              <a:buFontTx/>
              <a:buBlip>
                <a:blip r:embed="rId4"/>
              </a:buBlip>
              <a:defRPr sz="2000"/>
            </a:lvl4pPr>
            <a:lvl5pPr marL="2057349" indent="-228594">
              <a:buFontTx/>
              <a:buBlip>
                <a:blip r:embed="rId4"/>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p:cNvSpPr/>
          <p:nvPr userDrawn="1"/>
        </p:nvSpPr>
        <p:spPr bwMode="auto">
          <a:xfrm>
            <a:off x="0" y="5562600"/>
            <a:ext cx="12192000" cy="457200"/>
          </a:xfrm>
          <a:prstGeom prst="rect">
            <a:avLst/>
          </a:prstGeom>
          <a:solidFill>
            <a:schemeClr val="bg1"/>
          </a:solidFill>
          <a:ln w="12700" cap="sq"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136274"/>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846E44-F37D-43F9-8A38-116A556C253B}" type="slidenum">
              <a:rPr lang="en-US" smtClean="0"/>
              <a:t>‹#›</a:t>
            </a:fld>
            <a:endParaRPr lang="en-US"/>
          </a:p>
        </p:txBody>
      </p:sp>
    </p:spTree>
    <p:extLst>
      <p:ext uri="{BB962C8B-B14F-4D97-AF65-F5344CB8AC3E}">
        <p14:creationId xmlns:p14="http://schemas.microsoft.com/office/powerpoint/2010/main" val="3501419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91633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dirty="0"/>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C395895-F29C-4166-A949-0FBA29CB659F}" type="slidenum">
              <a:rPr lang="en-US" altLang="en-US" smtClean="0"/>
              <a:pPr/>
              <a:t>‹#›</a:t>
            </a:fld>
            <a:endParaRPr lang="en-US" altLang="en-US"/>
          </a:p>
        </p:txBody>
      </p:sp>
    </p:spTree>
    <p:extLst>
      <p:ext uri="{BB962C8B-B14F-4D97-AF65-F5344CB8AC3E}">
        <p14:creationId xmlns:p14="http://schemas.microsoft.com/office/powerpoint/2010/main" val="1183643256"/>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dirty="0"/>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C395895-F29C-4166-A949-0FBA29CB659F}" type="slidenum">
              <a:rPr lang="en-US" altLang="en-US" smtClean="0"/>
              <a:pPr/>
              <a:t>‹#›</a:t>
            </a:fld>
            <a:endParaRPr lang="en-US" altLang="en-US"/>
          </a:p>
        </p:txBody>
      </p:sp>
    </p:spTree>
    <p:extLst>
      <p:ext uri="{BB962C8B-B14F-4D97-AF65-F5344CB8AC3E}">
        <p14:creationId xmlns:p14="http://schemas.microsoft.com/office/powerpoint/2010/main" val="2094017069"/>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pPr defTabSz="914377" fontAlgn="base">
              <a:spcBef>
                <a:spcPct val="0"/>
              </a:spcBef>
              <a:spcAft>
                <a:spcPct val="0"/>
              </a:spcAft>
            </a:pPr>
            <a:fld id="{3441107B-8C77-42F8-B446-35252489FA3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5" name="Rectangle 2">
            <a:extLst>
              <a:ext uri="{FF2B5EF4-FFF2-40B4-BE49-F238E27FC236}">
                <a16:creationId xmlns:a16="http://schemas.microsoft.com/office/drawing/2014/main" id="{EBFF8896-68FC-E64D-9DC5-E9FF16ACD1CB}"/>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6" name="Picture 5">
            <a:extLst>
              <a:ext uri="{FF2B5EF4-FFF2-40B4-BE49-F238E27FC236}">
                <a16:creationId xmlns:a16="http://schemas.microsoft.com/office/drawing/2014/main" id="{AF29703C-AEA5-E542-9EFC-004B16A6776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Tree>
    <p:extLst>
      <p:ext uri="{BB962C8B-B14F-4D97-AF65-F5344CB8AC3E}">
        <p14:creationId xmlns:p14="http://schemas.microsoft.com/office/powerpoint/2010/main" val="1752496796"/>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9F86C686-0772-45B8-914C-D31104D043B5}"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8" name="Title 1">
            <a:extLst>
              <a:ext uri="{FF2B5EF4-FFF2-40B4-BE49-F238E27FC236}">
                <a16:creationId xmlns:a16="http://schemas.microsoft.com/office/drawing/2014/main" id="{79E82F89-F245-7B47-A11F-23213FA4AFDC}"/>
              </a:ext>
            </a:extLst>
          </p:cNvPr>
          <p:cNvSpPr>
            <a:spLocks noGrp="1"/>
          </p:cNvSpPr>
          <p:nvPr>
            <p:ph type="title"/>
          </p:nvPr>
        </p:nvSpPr>
        <p:spPr>
          <a:xfrm>
            <a:off x="840322" y="457200"/>
            <a:ext cx="3932767" cy="1600200"/>
          </a:xfrm>
          <a:prstGeom prst="rect">
            <a:avLst/>
          </a:prstGeom>
        </p:spPr>
        <p:txBody>
          <a:bodyPr anchor="b"/>
          <a:lstStyle>
            <a:lvl1pPr>
              <a:defRPr sz="3200"/>
            </a:lvl1pPr>
          </a:lstStyle>
          <a:p>
            <a:r>
              <a:rPr lang="en-US"/>
              <a:t>Click to edit Master title style</a:t>
            </a:r>
          </a:p>
        </p:txBody>
      </p:sp>
      <p:sp>
        <p:nvSpPr>
          <p:cNvPr id="9" name="Content Placeholder 2">
            <a:extLst>
              <a:ext uri="{FF2B5EF4-FFF2-40B4-BE49-F238E27FC236}">
                <a16:creationId xmlns:a16="http://schemas.microsoft.com/office/drawing/2014/main" id="{698D8060-B8EE-9440-A3D6-44DC53BC3816}"/>
              </a:ext>
            </a:extLst>
          </p:cNvPr>
          <p:cNvSpPr>
            <a:spLocks noGrp="1"/>
          </p:cNvSpPr>
          <p:nvPr>
            <p:ph idx="1"/>
          </p:nvPr>
        </p:nvSpPr>
        <p:spPr>
          <a:xfrm>
            <a:off x="5183717" y="987432"/>
            <a:ext cx="6172200" cy="4873625"/>
          </a:xfrm>
          <a:prstGeom prst="rect">
            <a:avLst/>
          </a:prstGeom>
        </p:spPr>
        <p:txBody>
          <a:bodyPr/>
          <a:lstStyle>
            <a:lvl1pPr marL="342891" indent="-342891">
              <a:buFontTx/>
              <a:buBlip>
                <a:blip r:embed="rId2"/>
              </a:buBlip>
              <a:defRPr sz="3200"/>
            </a:lvl1pPr>
            <a:lvl2pPr marL="742932" indent="-285744">
              <a:buFontTx/>
              <a:buBlip>
                <a:blip r:embed="rId3"/>
              </a:buBlip>
              <a:defRPr sz="2800"/>
            </a:lvl2pPr>
            <a:lvl3pPr marL="1142971" indent="-228594">
              <a:buFontTx/>
              <a:buBlip>
                <a:blip r:embed="rId3"/>
              </a:buBlip>
              <a:defRPr sz="2400"/>
            </a:lvl3pPr>
            <a:lvl4pPr marL="1600160" indent="-228594">
              <a:buFontTx/>
              <a:buBlip>
                <a:blip r:embed="rId3"/>
              </a:buBlip>
              <a:defRPr sz="2000"/>
            </a:lvl4pPr>
            <a:lvl5pPr marL="2057349" indent="-228594">
              <a:buFontTx/>
              <a:buBlip>
                <a:blip r:embed="rId3"/>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3">
            <a:extLst>
              <a:ext uri="{FF2B5EF4-FFF2-40B4-BE49-F238E27FC236}">
                <a16:creationId xmlns:a16="http://schemas.microsoft.com/office/drawing/2014/main" id="{4407681A-DC29-8840-A282-E7DDD1F87595}"/>
              </a:ext>
            </a:extLst>
          </p:cNvPr>
          <p:cNvSpPr>
            <a:spLocks noGrp="1"/>
          </p:cNvSpPr>
          <p:nvPr>
            <p:ph type="body" sz="half" idx="2"/>
          </p:nvPr>
        </p:nvSpPr>
        <p:spPr>
          <a:xfrm>
            <a:off x="840322" y="2057400"/>
            <a:ext cx="393276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Tree>
    <p:extLst>
      <p:ext uri="{BB962C8B-B14F-4D97-AF65-F5344CB8AC3E}">
        <p14:creationId xmlns:p14="http://schemas.microsoft.com/office/powerpoint/2010/main" val="3861527433"/>
      </p:ext>
    </p:extLst>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22"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32"/>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40322" y="2057400"/>
            <a:ext cx="393276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31154C51-E7FE-4BE2-964D-9EA2413477DA}"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1191883258"/>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lvl1pPr marL="342891" indent="-342891">
              <a:buFontTx/>
              <a:buBlip>
                <a:blip r:embed="rId2"/>
              </a:buBlip>
              <a:defRPr/>
            </a:lvl1pPr>
            <a:lvl2pPr marL="742932" indent="-285744">
              <a:buFontTx/>
              <a:buBlip>
                <a:blip r:embed="rId3"/>
              </a:buBlip>
              <a:defRPr/>
            </a:lvl2pPr>
            <a:lvl3pPr marL="1142971" indent="-228594">
              <a:buFontTx/>
              <a:buBlip>
                <a:blip r:embed="rId2"/>
              </a:buBlip>
              <a:defRPr/>
            </a:lvl3pPr>
            <a:lvl4pPr marL="1600160" indent="-228594">
              <a:buFontTx/>
              <a:buBlip>
                <a:blip r:embed="rId3"/>
              </a:buBlip>
              <a:defRPr/>
            </a:lvl4pPr>
            <a:lvl5pPr marL="2057349" indent="-228594">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832DC5D3-AD41-4659-866A-5CB0CB3446C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7" name="Rectangle 2">
            <a:extLst>
              <a:ext uri="{FF2B5EF4-FFF2-40B4-BE49-F238E27FC236}">
                <a16:creationId xmlns:a16="http://schemas.microsoft.com/office/drawing/2014/main" id="{A1952A96-581D-0345-8012-49E899344C37}"/>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8" name="Picture 7">
            <a:extLst>
              <a:ext uri="{FF2B5EF4-FFF2-40B4-BE49-F238E27FC236}">
                <a16:creationId xmlns:a16="http://schemas.microsoft.com/office/drawing/2014/main" id="{FCD26CD8-29A3-6141-B43F-0672FE7962C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Tree>
    <p:extLst>
      <p:ext uri="{BB962C8B-B14F-4D97-AF65-F5344CB8AC3E}">
        <p14:creationId xmlns:p14="http://schemas.microsoft.com/office/powerpoint/2010/main" val="3319072528"/>
      </p:ext>
    </p:extLst>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78900" y="68270"/>
            <a:ext cx="2937933" cy="61039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5100" y="68270"/>
            <a:ext cx="8610600" cy="610393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58A21856-27AF-4D70-8135-22471679316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958470350"/>
      </p:ext>
    </p:extLst>
  </p:cSld>
  <p:clrMapOvr>
    <a:masterClrMapping/>
  </p:clrMapOvr>
  <p:transition spd="slow">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27A65FE3-EFCB-4EDD-8916-09428BE0C2CC}" type="slidenum">
              <a:rPr lang="en-US" altLang="en-US" smtClean="0"/>
              <a:pPr/>
              <a:t>‹#›</a:t>
            </a:fld>
            <a:endParaRPr lang="en-US" altLang="en-US" dirty="0"/>
          </a:p>
        </p:txBody>
      </p:sp>
      <p:sp>
        <p:nvSpPr>
          <p:cNvPr id="7" name="Rectangle 2">
            <a:extLst>
              <a:ext uri="{FF2B5EF4-FFF2-40B4-BE49-F238E27FC236}">
                <a16:creationId xmlns:a16="http://schemas.microsoft.com/office/drawing/2014/main" id="{8CD6D19E-B99D-7D4B-A1C9-CE3BB52C31D2}"/>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8" name="Picture 7">
            <a:extLst>
              <a:ext uri="{FF2B5EF4-FFF2-40B4-BE49-F238E27FC236}">
                <a16:creationId xmlns:a16="http://schemas.microsoft.com/office/drawing/2014/main" id="{7FFF382A-A09F-8445-81BA-CD76CBBCCE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
        <p:nvSpPr>
          <p:cNvPr id="9" name="Content Placeholder 2">
            <a:extLst>
              <a:ext uri="{FF2B5EF4-FFF2-40B4-BE49-F238E27FC236}">
                <a16:creationId xmlns:a16="http://schemas.microsoft.com/office/drawing/2014/main" id="{C5E2778F-0051-8949-98AE-1BA9739D57F9}"/>
              </a:ext>
            </a:extLst>
          </p:cNvPr>
          <p:cNvSpPr>
            <a:spLocks noGrp="1"/>
          </p:cNvSpPr>
          <p:nvPr>
            <p:ph idx="1"/>
          </p:nvPr>
        </p:nvSpPr>
        <p:spPr>
          <a:xfrm>
            <a:off x="1493871" y="1679577"/>
            <a:ext cx="9791700" cy="3806825"/>
          </a:xfrm>
          <a:prstGeom prst="rect">
            <a:avLst/>
          </a:prstGeom>
        </p:spPr>
        <p:txBody>
          <a:bodyPr/>
          <a:lstStyle>
            <a:lvl1pPr marL="342891" indent="-342891">
              <a:buFontTx/>
              <a:buBlip>
                <a:blip r:embed="rId3"/>
              </a:buBlip>
              <a:defRPr sz="3200"/>
            </a:lvl1pPr>
            <a:lvl2pPr marL="742932" indent="-285744">
              <a:buFontTx/>
              <a:buBlip>
                <a:blip r:embed="rId4"/>
              </a:buBlip>
              <a:defRPr sz="2800"/>
            </a:lvl2pPr>
            <a:lvl3pPr marL="1142971" indent="-228594">
              <a:buFontTx/>
              <a:buBlip>
                <a:blip r:embed="rId4"/>
              </a:buBlip>
              <a:defRPr sz="2400"/>
            </a:lvl3pPr>
            <a:lvl4pPr marL="1600160" indent="-228594">
              <a:buFontTx/>
              <a:buBlip>
                <a:blip r:embed="rId4"/>
              </a:buBlip>
              <a:defRPr sz="2000"/>
            </a:lvl4pPr>
            <a:lvl5pPr marL="2057349" indent="-228594">
              <a:buFontTx/>
              <a:buBlip>
                <a:blip r:embed="rId4"/>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p:cNvSpPr/>
          <p:nvPr userDrawn="1"/>
        </p:nvSpPr>
        <p:spPr bwMode="auto">
          <a:xfrm>
            <a:off x="0" y="5562600"/>
            <a:ext cx="12192000" cy="457200"/>
          </a:xfrm>
          <a:prstGeom prst="rect">
            <a:avLst/>
          </a:prstGeom>
          <a:solidFill>
            <a:schemeClr val="bg1"/>
          </a:solidFill>
          <a:ln w="12700" cap="sq"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6061145"/>
      </p:ext>
    </p:extLst>
  </p:cSld>
  <p:clrMapOvr>
    <a:masterClrMapping/>
  </p:clrMapOvr>
  <p:transition spd="slow">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846E44-F37D-43F9-8A38-116A556C253B}" type="slidenum">
              <a:rPr lang="en-US" smtClean="0"/>
              <a:t>‹#›</a:t>
            </a:fld>
            <a:endParaRPr lang="en-US"/>
          </a:p>
        </p:txBody>
      </p:sp>
    </p:spTree>
    <p:extLst>
      <p:ext uri="{BB962C8B-B14F-4D97-AF65-F5344CB8AC3E}">
        <p14:creationId xmlns:p14="http://schemas.microsoft.com/office/powerpoint/2010/main" val="38109943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30020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dirty="0"/>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C395895-F29C-4166-A949-0FBA29CB659F}" type="slidenum">
              <a:rPr lang="en-US" altLang="en-US" smtClean="0"/>
              <a:pPr/>
              <a:t>‹#›</a:t>
            </a:fld>
            <a:endParaRPr lang="en-US" altLang="en-US"/>
          </a:p>
        </p:txBody>
      </p:sp>
    </p:spTree>
    <p:extLst>
      <p:ext uri="{BB962C8B-B14F-4D97-AF65-F5344CB8AC3E}">
        <p14:creationId xmlns:p14="http://schemas.microsoft.com/office/powerpoint/2010/main" val="3428509209"/>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dirty="0"/>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C395895-F29C-4166-A949-0FBA29CB659F}" type="slidenum">
              <a:rPr lang="en-US" altLang="en-US" smtClean="0"/>
              <a:pPr/>
              <a:t>‹#›</a:t>
            </a:fld>
            <a:endParaRPr lang="en-US" altLang="en-US"/>
          </a:p>
        </p:txBody>
      </p:sp>
    </p:spTree>
    <p:extLst>
      <p:ext uri="{BB962C8B-B14F-4D97-AF65-F5344CB8AC3E}">
        <p14:creationId xmlns:p14="http://schemas.microsoft.com/office/powerpoint/2010/main" val="4191187697"/>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pPr defTabSz="914377" fontAlgn="base">
              <a:spcBef>
                <a:spcPct val="0"/>
              </a:spcBef>
              <a:spcAft>
                <a:spcPct val="0"/>
              </a:spcAft>
            </a:pPr>
            <a:fld id="{3441107B-8C77-42F8-B446-35252489FA3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5" name="Rectangle 2">
            <a:extLst>
              <a:ext uri="{FF2B5EF4-FFF2-40B4-BE49-F238E27FC236}">
                <a16:creationId xmlns:a16="http://schemas.microsoft.com/office/drawing/2014/main" id="{EBFF8896-68FC-E64D-9DC5-E9FF16ACD1CB}"/>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6" name="Picture 5">
            <a:extLst>
              <a:ext uri="{FF2B5EF4-FFF2-40B4-BE49-F238E27FC236}">
                <a16:creationId xmlns:a16="http://schemas.microsoft.com/office/drawing/2014/main" id="{AF29703C-AEA5-E542-9EFC-004B16A6776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Tree>
    <p:extLst>
      <p:ext uri="{BB962C8B-B14F-4D97-AF65-F5344CB8AC3E}">
        <p14:creationId xmlns:p14="http://schemas.microsoft.com/office/powerpoint/2010/main" val="2312942640"/>
      </p:ext>
    </p:extLst>
  </p:cSld>
  <p:clrMapOvr>
    <a:masterClrMapping/>
  </p:clrMapOvr>
  <p:transition spd="slow">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9F86C686-0772-45B8-914C-D31104D043B5}"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8" name="Title 1">
            <a:extLst>
              <a:ext uri="{FF2B5EF4-FFF2-40B4-BE49-F238E27FC236}">
                <a16:creationId xmlns:a16="http://schemas.microsoft.com/office/drawing/2014/main" id="{79E82F89-F245-7B47-A11F-23213FA4AFDC}"/>
              </a:ext>
            </a:extLst>
          </p:cNvPr>
          <p:cNvSpPr>
            <a:spLocks noGrp="1"/>
          </p:cNvSpPr>
          <p:nvPr>
            <p:ph type="title"/>
          </p:nvPr>
        </p:nvSpPr>
        <p:spPr>
          <a:xfrm>
            <a:off x="840322" y="457200"/>
            <a:ext cx="3932767" cy="1600200"/>
          </a:xfrm>
          <a:prstGeom prst="rect">
            <a:avLst/>
          </a:prstGeom>
        </p:spPr>
        <p:txBody>
          <a:bodyPr anchor="b"/>
          <a:lstStyle>
            <a:lvl1pPr>
              <a:defRPr sz="3200"/>
            </a:lvl1pPr>
          </a:lstStyle>
          <a:p>
            <a:r>
              <a:rPr lang="en-US"/>
              <a:t>Click to edit Master title style</a:t>
            </a:r>
          </a:p>
        </p:txBody>
      </p:sp>
      <p:sp>
        <p:nvSpPr>
          <p:cNvPr id="9" name="Content Placeholder 2">
            <a:extLst>
              <a:ext uri="{FF2B5EF4-FFF2-40B4-BE49-F238E27FC236}">
                <a16:creationId xmlns:a16="http://schemas.microsoft.com/office/drawing/2014/main" id="{698D8060-B8EE-9440-A3D6-44DC53BC3816}"/>
              </a:ext>
            </a:extLst>
          </p:cNvPr>
          <p:cNvSpPr>
            <a:spLocks noGrp="1"/>
          </p:cNvSpPr>
          <p:nvPr>
            <p:ph idx="1"/>
          </p:nvPr>
        </p:nvSpPr>
        <p:spPr>
          <a:xfrm>
            <a:off x="5183717" y="987432"/>
            <a:ext cx="6172200" cy="4873625"/>
          </a:xfrm>
          <a:prstGeom prst="rect">
            <a:avLst/>
          </a:prstGeom>
        </p:spPr>
        <p:txBody>
          <a:bodyPr/>
          <a:lstStyle>
            <a:lvl1pPr marL="342891" indent="-342891">
              <a:buFontTx/>
              <a:buBlip>
                <a:blip r:embed="rId2"/>
              </a:buBlip>
              <a:defRPr sz="3200"/>
            </a:lvl1pPr>
            <a:lvl2pPr marL="742932" indent="-285744">
              <a:buFontTx/>
              <a:buBlip>
                <a:blip r:embed="rId3"/>
              </a:buBlip>
              <a:defRPr sz="2800"/>
            </a:lvl2pPr>
            <a:lvl3pPr marL="1142971" indent="-228594">
              <a:buFontTx/>
              <a:buBlip>
                <a:blip r:embed="rId3"/>
              </a:buBlip>
              <a:defRPr sz="2400"/>
            </a:lvl3pPr>
            <a:lvl4pPr marL="1600160" indent="-228594">
              <a:buFontTx/>
              <a:buBlip>
                <a:blip r:embed="rId3"/>
              </a:buBlip>
              <a:defRPr sz="2000"/>
            </a:lvl4pPr>
            <a:lvl5pPr marL="2057349" indent="-228594">
              <a:buFontTx/>
              <a:buBlip>
                <a:blip r:embed="rId3"/>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3">
            <a:extLst>
              <a:ext uri="{FF2B5EF4-FFF2-40B4-BE49-F238E27FC236}">
                <a16:creationId xmlns:a16="http://schemas.microsoft.com/office/drawing/2014/main" id="{4407681A-DC29-8840-A282-E7DDD1F87595}"/>
              </a:ext>
            </a:extLst>
          </p:cNvPr>
          <p:cNvSpPr>
            <a:spLocks noGrp="1"/>
          </p:cNvSpPr>
          <p:nvPr>
            <p:ph type="body" sz="half" idx="2"/>
          </p:nvPr>
        </p:nvSpPr>
        <p:spPr>
          <a:xfrm>
            <a:off x="840322" y="2057400"/>
            <a:ext cx="393276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Tree>
    <p:extLst>
      <p:ext uri="{BB962C8B-B14F-4D97-AF65-F5344CB8AC3E}">
        <p14:creationId xmlns:p14="http://schemas.microsoft.com/office/powerpoint/2010/main" val="731903130"/>
      </p:ext>
    </p:extLst>
  </p:cSld>
  <p:clrMapOvr>
    <a:masterClrMapping/>
  </p:clrMapOvr>
  <p:transition spd="slow">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22"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32"/>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40322" y="2057400"/>
            <a:ext cx="393276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31154C51-E7FE-4BE2-964D-9EA2413477DA}"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088596699"/>
      </p:ext>
    </p:extLst>
  </p:cSld>
  <p:clrMapOvr>
    <a:masterClrMapping/>
  </p:clrMapOvr>
  <p:transition spd="slow">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lvl1pPr marL="342891" indent="-342891">
              <a:buFontTx/>
              <a:buBlip>
                <a:blip r:embed="rId2"/>
              </a:buBlip>
              <a:defRPr/>
            </a:lvl1pPr>
            <a:lvl2pPr marL="742932" indent="-285744">
              <a:buFontTx/>
              <a:buBlip>
                <a:blip r:embed="rId3"/>
              </a:buBlip>
              <a:defRPr/>
            </a:lvl2pPr>
            <a:lvl3pPr marL="1142971" indent="-228594">
              <a:buFontTx/>
              <a:buBlip>
                <a:blip r:embed="rId2"/>
              </a:buBlip>
              <a:defRPr/>
            </a:lvl3pPr>
            <a:lvl4pPr marL="1600160" indent="-228594">
              <a:buFontTx/>
              <a:buBlip>
                <a:blip r:embed="rId3"/>
              </a:buBlip>
              <a:defRPr/>
            </a:lvl4pPr>
            <a:lvl5pPr marL="2057349" indent="-228594">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832DC5D3-AD41-4659-866A-5CB0CB3446C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7" name="Rectangle 2">
            <a:extLst>
              <a:ext uri="{FF2B5EF4-FFF2-40B4-BE49-F238E27FC236}">
                <a16:creationId xmlns:a16="http://schemas.microsoft.com/office/drawing/2014/main" id="{A1952A96-581D-0345-8012-49E899344C37}"/>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8" name="Picture 7">
            <a:extLst>
              <a:ext uri="{FF2B5EF4-FFF2-40B4-BE49-F238E27FC236}">
                <a16:creationId xmlns:a16="http://schemas.microsoft.com/office/drawing/2014/main" id="{FCD26CD8-29A3-6141-B43F-0672FE7962C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Tree>
    <p:extLst>
      <p:ext uri="{BB962C8B-B14F-4D97-AF65-F5344CB8AC3E}">
        <p14:creationId xmlns:p14="http://schemas.microsoft.com/office/powerpoint/2010/main" val="445200535"/>
      </p:ext>
    </p:extLst>
  </p:cSld>
  <p:clrMapOvr>
    <a:masterClrMapping/>
  </p:clrMapOvr>
  <p:transition spd="slow">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78900" y="68270"/>
            <a:ext cx="2937933" cy="61039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5100" y="68270"/>
            <a:ext cx="8610600" cy="610393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58A21856-27AF-4D70-8135-22471679316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557161702"/>
      </p:ext>
    </p:extLst>
  </p:cSld>
  <p:clrMapOvr>
    <a:masterClrMapping/>
  </p:clrMapOvr>
  <p:transition spd="slow">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27A65FE3-EFCB-4EDD-8916-09428BE0C2CC}" type="slidenum">
              <a:rPr lang="en-US" altLang="en-US" smtClean="0"/>
              <a:pPr/>
              <a:t>‹#›</a:t>
            </a:fld>
            <a:endParaRPr lang="en-US" altLang="en-US" dirty="0"/>
          </a:p>
        </p:txBody>
      </p:sp>
      <p:sp>
        <p:nvSpPr>
          <p:cNvPr id="7" name="Rectangle 2">
            <a:extLst>
              <a:ext uri="{FF2B5EF4-FFF2-40B4-BE49-F238E27FC236}">
                <a16:creationId xmlns:a16="http://schemas.microsoft.com/office/drawing/2014/main" id="{8CD6D19E-B99D-7D4B-A1C9-CE3BB52C31D2}"/>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8" name="Picture 7">
            <a:extLst>
              <a:ext uri="{FF2B5EF4-FFF2-40B4-BE49-F238E27FC236}">
                <a16:creationId xmlns:a16="http://schemas.microsoft.com/office/drawing/2014/main" id="{7FFF382A-A09F-8445-81BA-CD76CBBCCE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
        <p:nvSpPr>
          <p:cNvPr id="9" name="Content Placeholder 2">
            <a:extLst>
              <a:ext uri="{FF2B5EF4-FFF2-40B4-BE49-F238E27FC236}">
                <a16:creationId xmlns:a16="http://schemas.microsoft.com/office/drawing/2014/main" id="{C5E2778F-0051-8949-98AE-1BA9739D57F9}"/>
              </a:ext>
            </a:extLst>
          </p:cNvPr>
          <p:cNvSpPr>
            <a:spLocks noGrp="1"/>
          </p:cNvSpPr>
          <p:nvPr>
            <p:ph idx="1"/>
          </p:nvPr>
        </p:nvSpPr>
        <p:spPr>
          <a:xfrm>
            <a:off x="1493871" y="1679577"/>
            <a:ext cx="9791700" cy="3806825"/>
          </a:xfrm>
          <a:prstGeom prst="rect">
            <a:avLst/>
          </a:prstGeom>
        </p:spPr>
        <p:txBody>
          <a:bodyPr/>
          <a:lstStyle>
            <a:lvl1pPr marL="342891" indent="-342891">
              <a:buFontTx/>
              <a:buBlip>
                <a:blip r:embed="rId3"/>
              </a:buBlip>
              <a:defRPr sz="3200"/>
            </a:lvl1pPr>
            <a:lvl2pPr marL="742932" indent="-285744">
              <a:buFontTx/>
              <a:buBlip>
                <a:blip r:embed="rId4"/>
              </a:buBlip>
              <a:defRPr sz="2800"/>
            </a:lvl2pPr>
            <a:lvl3pPr marL="1142971" indent="-228594">
              <a:buFontTx/>
              <a:buBlip>
                <a:blip r:embed="rId4"/>
              </a:buBlip>
              <a:defRPr sz="2400"/>
            </a:lvl3pPr>
            <a:lvl4pPr marL="1600160" indent="-228594">
              <a:buFontTx/>
              <a:buBlip>
                <a:blip r:embed="rId4"/>
              </a:buBlip>
              <a:defRPr sz="2000"/>
            </a:lvl4pPr>
            <a:lvl5pPr marL="2057349" indent="-228594">
              <a:buFontTx/>
              <a:buBlip>
                <a:blip r:embed="rId4"/>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p:cNvSpPr/>
          <p:nvPr userDrawn="1"/>
        </p:nvSpPr>
        <p:spPr bwMode="auto">
          <a:xfrm>
            <a:off x="0" y="5562600"/>
            <a:ext cx="12192000" cy="457200"/>
          </a:xfrm>
          <a:prstGeom prst="rect">
            <a:avLst/>
          </a:prstGeom>
          <a:solidFill>
            <a:schemeClr val="bg1"/>
          </a:solidFill>
          <a:ln w="12700" cap="sq"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6651923"/>
      </p:ext>
    </p:extLst>
  </p:cSld>
  <p:clrMapOvr>
    <a:masterClrMapping/>
  </p:clrMapOvr>
  <p:transition spd="slow">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50800" y="6580187"/>
            <a:ext cx="2540000" cy="457200"/>
          </a:xfrm>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677400" y="6553200"/>
            <a:ext cx="2540000" cy="457200"/>
          </a:xfrm>
        </p:spPr>
        <p:txBody>
          <a:bodyPr/>
          <a:lstStyle/>
          <a:p>
            <a:fld id="{6E846E44-F37D-43F9-8A38-116A556C253B}" type="slidenum">
              <a:rPr lang="en-US" smtClean="0"/>
              <a:t>‹#›</a:t>
            </a:fld>
            <a:endParaRPr lang="en-US" dirty="0"/>
          </a:p>
        </p:txBody>
      </p:sp>
    </p:spTree>
    <p:extLst>
      <p:ext uri="{BB962C8B-B14F-4D97-AF65-F5344CB8AC3E}">
        <p14:creationId xmlns:p14="http://schemas.microsoft.com/office/powerpoint/2010/main" val="20987684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80075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dirty="0"/>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C395895-F29C-4166-A949-0FBA29CB659F}" type="slidenum">
              <a:rPr lang="en-US" altLang="en-US" smtClean="0"/>
              <a:pPr/>
              <a:t>‹#›</a:t>
            </a:fld>
            <a:endParaRPr lang="en-US" altLang="en-US"/>
          </a:p>
        </p:txBody>
      </p:sp>
    </p:spTree>
    <p:extLst>
      <p:ext uri="{BB962C8B-B14F-4D97-AF65-F5344CB8AC3E}">
        <p14:creationId xmlns:p14="http://schemas.microsoft.com/office/powerpoint/2010/main" val="1696978553"/>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dirty="0"/>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C395895-F29C-4166-A949-0FBA29CB659F}" type="slidenum">
              <a:rPr lang="en-US" altLang="en-US" smtClean="0"/>
              <a:pPr/>
              <a:t>‹#›</a:t>
            </a:fld>
            <a:endParaRPr lang="en-US" altLang="en-US"/>
          </a:p>
        </p:txBody>
      </p:sp>
    </p:spTree>
    <p:extLst>
      <p:ext uri="{BB962C8B-B14F-4D97-AF65-F5344CB8AC3E}">
        <p14:creationId xmlns:p14="http://schemas.microsoft.com/office/powerpoint/2010/main" val="1348732798"/>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pPr defTabSz="914377" fontAlgn="base">
              <a:spcBef>
                <a:spcPct val="0"/>
              </a:spcBef>
              <a:spcAft>
                <a:spcPct val="0"/>
              </a:spcAft>
            </a:pPr>
            <a:fld id="{3441107B-8C77-42F8-B446-35252489FA3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5" name="Rectangle 2">
            <a:extLst>
              <a:ext uri="{FF2B5EF4-FFF2-40B4-BE49-F238E27FC236}">
                <a16:creationId xmlns:a16="http://schemas.microsoft.com/office/drawing/2014/main" id="{EBFF8896-68FC-E64D-9DC5-E9FF16ACD1CB}"/>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6" name="Picture 5">
            <a:extLst>
              <a:ext uri="{FF2B5EF4-FFF2-40B4-BE49-F238E27FC236}">
                <a16:creationId xmlns:a16="http://schemas.microsoft.com/office/drawing/2014/main" id="{AF29703C-AEA5-E542-9EFC-004B16A6776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Tree>
    <p:extLst>
      <p:ext uri="{BB962C8B-B14F-4D97-AF65-F5344CB8AC3E}">
        <p14:creationId xmlns:p14="http://schemas.microsoft.com/office/powerpoint/2010/main" val="3220064770"/>
      </p:ext>
    </p:extLst>
  </p:cSld>
  <p:clrMapOvr>
    <a:masterClrMapping/>
  </p:clrMapOvr>
  <p:transition spd="slow">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9F86C686-0772-45B8-914C-D31104D043B5}"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8" name="Title 1">
            <a:extLst>
              <a:ext uri="{FF2B5EF4-FFF2-40B4-BE49-F238E27FC236}">
                <a16:creationId xmlns:a16="http://schemas.microsoft.com/office/drawing/2014/main" id="{79E82F89-F245-7B47-A11F-23213FA4AFDC}"/>
              </a:ext>
            </a:extLst>
          </p:cNvPr>
          <p:cNvSpPr>
            <a:spLocks noGrp="1"/>
          </p:cNvSpPr>
          <p:nvPr>
            <p:ph type="title"/>
          </p:nvPr>
        </p:nvSpPr>
        <p:spPr>
          <a:xfrm>
            <a:off x="840322" y="457200"/>
            <a:ext cx="3932767" cy="1600200"/>
          </a:xfrm>
          <a:prstGeom prst="rect">
            <a:avLst/>
          </a:prstGeom>
        </p:spPr>
        <p:txBody>
          <a:bodyPr anchor="b"/>
          <a:lstStyle>
            <a:lvl1pPr>
              <a:defRPr sz="3200"/>
            </a:lvl1pPr>
          </a:lstStyle>
          <a:p>
            <a:r>
              <a:rPr lang="en-US"/>
              <a:t>Click to edit Master title style</a:t>
            </a:r>
          </a:p>
        </p:txBody>
      </p:sp>
      <p:sp>
        <p:nvSpPr>
          <p:cNvPr id="9" name="Content Placeholder 2">
            <a:extLst>
              <a:ext uri="{FF2B5EF4-FFF2-40B4-BE49-F238E27FC236}">
                <a16:creationId xmlns:a16="http://schemas.microsoft.com/office/drawing/2014/main" id="{698D8060-B8EE-9440-A3D6-44DC53BC3816}"/>
              </a:ext>
            </a:extLst>
          </p:cNvPr>
          <p:cNvSpPr>
            <a:spLocks noGrp="1"/>
          </p:cNvSpPr>
          <p:nvPr>
            <p:ph idx="1"/>
          </p:nvPr>
        </p:nvSpPr>
        <p:spPr>
          <a:xfrm>
            <a:off x="5183717" y="987432"/>
            <a:ext cx="6172200" cy="4873625"/>
          </a:xfrm>
          <a:prstGeom prst="rect">
            <a:avLst/>
          </a:prstGeom>
        </p:spPr>
        <p:txBody>
          <a:bodyPr/>
          <a:lstStyle>
            <a:lvl1pPr marL="342891" indent="-342891">
              <a:buFontTx/>
              <a:buBlip>
                <a:blip r:embed="rId2"/>
              </a:buBlip>
              <a:defRPr sz="3200"/>
            </a:lvl1pPr>
            <a:lvl2pPr marL="742932" indent="-285744">
              <a:buFontTx/>
              <a:buBlip>
                <a:blip r:embed="rId3"/>
              </a:buBlip>
              <a:defRPr sz="2800"/>
            </a:lvl2pPr>
            <a:lvl3pPr marL="1142971" indent="-228594">
              <a:buFontTx/>
              <a:buBlip>
                <a:blip r:embed="rId3"/>
              </a:buBlip>
              <a:defRPr sz="2400"/>
            </a:lvl3pPr>
            <a:lvl4pPr marL="1600160" indent="-228594">
              <a:buFontTx/>
              <a:buBlip>
                <a:blip r:embed="rId3"/>
              </a:buBlip>
              <a:defRPr sz="2000"/>
            </a:lvl4pPr>
            <a:lvl5pPr marL="2057349" indent="-228594">
              <a:buFontTx/>
              <a:buBlip>
                <a:blip r:embed="rId3"/>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3">
            <a:extLst>
              <a:ext uri="{FF2B5EF4-FFF2-40B4-BE49-F238E27FC236}">
                <a16:creationId xmlns:a16="http://schemas.microsoft.com/office/drawing/2014/main" id="{4407681A-DC29-8840-A282-E7DDD1F87595}"/>
              </a:ext>
            </a:extLst>
          </p:cNvPr>
          <p:cNvSpPr>
            <a:spLocks noGrp="1"/>
          </p:cNvSpPr>
          <p:nvPr>
            <p:ph type="body" sz="half" idx="2"/>
          </p:nvPr>
        </p:nvSpPr>
        <p:spPr>
          <a:xfrm>
            <a:off x="840322" y="2057400"/>
            <a:ext cx="393276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Tree>
    <p:extLst>
      <p:ext uri="{BB962C8B-B14F-4D97-AF65-F5344CB8AC3E}">
        <p14:creationId xmlns:p14="http://schemas.microsoft.com/office/powerpoint/2010/main" val="61704725"/>
      </p:ext>
    </p:extLst>
  </p:cSld>
  <p:clrMapOvr>
    <a:masterClrMapping/>
  </p:clrMapOvr>
  <p:transition spd="slow">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22"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32"/>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40322" y="2057400"/>
            <a:ext cx="393276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31154C51-E7FE-4BE2-964D-9EA2413477DA}"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195727191"/>
      </p:ext>
    </p:extLst>
  </p:cSld>
  <p:clrMapOvr>
    <a:masterClrMapping/>
  </p:clrMapOvr>
  <p:transition spd="slow">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lvl1pPr marL="342891" indent="-342891">
              <a:buFontTx/>
              <a:buBlip>
                <a:blip r:embed="rId2"/>
              </a:buBlip>
              <a:defRPr/>
            </a:lvl1pPr>
            <a:lvl2pPr marL="742932" indent="-285744">
              <a:buFontTx/>
              <a:buBlip>
                <a:blip r:embed="rId3"/>
              </a:buBlip>
              <a:defRPr/>
            </a:lvl2pPr>
            <a:lvl3pPr marL="1142971" indent="-228594">
              <a:buFontTx/>
              <a:buBlip>
                <a:blip r:embed="rId2"/>
              </a:buBlip>
              <a:defRPr/>
            </a:lvl3pPr>
            <a:lvl4pPr marL="1600160" indent="-228594">
              <a:buFontTx/>
              <a:buBlip>
                <a:blip r:embed="rId3"/>
              </a:buBlip>
              <a:defRPr/>
            </a:lvl4pPr>
            <a:lvl5pPr marL="2057349" indent="-228594">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832DC5D3-AD41-4659-866A-5CB0CB3446C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7" name="Rectangle 2">
            <a:extLst>
              <a:ext uri="{FF2B5EF4-FFF2-40B4-BE49-F238E27FC236}">
                <a16:creationId xmlns:a16="http://schemas.microsoft.com/office/drawing/2014/main" id="{A1952A96-581D-0345-8012-49E899344C37}"/>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8" name="Picture 7">
            <a:extLst>
              <a:ext uri="{FF2B5EF4-FFF2-40B4-BE49-F238E27FC236}">
                <a16:creationId xmlns:a16="http://schemas.microsoft.com/office/drawing/2014/main" id="{FCD26CD8-29A3-6141-B43F-0672FE7962C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Tree>
    <p:extLst>
      <p:ext uri="{BB962C8B-B14F-4D97-AF65-F5344CB8AC3E}">
        <p14:creationId xmlns:p14="http://schemas.microsoft.com/office/powerpoint/2010/main" val="843602835"/>
      </p:ext>
    </p:extLst>
  </p:cSld>
  <p:clrMapOvr>
    <a:masterClrMapping/>
  </p:clrMapOvr>
  <p:transition spd="slow">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78900" y="68270"/>
            <a:ext cx="2937933" cy="61039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5100" y="68270"/>
            <a:ext cx="8610600" cy="610393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58A21856-27AF-4D70-8135-22471679316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1174822113"/>
      </p:ext>
    </p:extLst>
  </p:cSld>
  <p:clrMapOvr>
    <a:masterClrMapping/>
  </p:clrMapOvr>
  <p:transition spd="slow">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27A65FE3-EFCB-4EDD-8916-09428BE0C2CC}" type="slidenum">
              <a:rPr lang="en-US" altLang="en-US" smtClean="0"/>
              <a:pPr/>
              <a:t>‹#›</a:t>
            </a:fld>
            <a:endParaRPr lang="en-US" altLang="en-US" dirty="0"/>
          </a:p>
        </p:txBody>
      </p:sp>
      <p:sp>
        <p:nvSpPr>
          <p:cNvPr id="7" name="Rectangle 2">
            <a:extLst>
              <a:ext uri="{FF2B5EF4-FFF2-40B4-BE49-F238E27FC236}">
                <a16:creationId xmlns:a16="http://schemas.microsoft.com/office/drawing/2014/main" id="{8CD6D19E-B99D-7D4B-A1C9-CE3BB52C31D2}"/>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8" name="Picture 7">
            <a:extLst>
              <a:ext uri="{FF2B5EF4-FFF2-40B4-BE49-F238E27FC236}">
                <a16:creationId xmlns:a16="http://schemas.microsoft.com/office/drawing/2014/main" id="{7FFF382A-A09F-8445-81BA-CD76CBBCCE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
        <p:nvSpPr>
          <p:cNvPr id="9" name="Content Placeholder 2">
            <a:extLst>
              <a:ext uri="{FF2B5EF4-FFF2-40B4-BE49-F238E27FC236}">
                <a16:creationId xmlns:a16="http://schemas.microsoft.com/office/drawing/2014/main" id="{C5E2778F-0051-8949-98AE-1BA9739D57F9}"/>
              </a:ext>
            </a:extLst>
          </p:cNvPr>
          <p:cNvSpPr>
            <a:spLocks noGrp="1"/>
          </p:cNvSpPr>
          <p:nvPr>
            <p:ph idx="1"/>
          </p:nvPr>
        </p:nvSpPr>
        <p:spPr>
          <a:xfrm>
            <a:off x="1493871" y="1679577"/>
            <a:ext cx="9791700" cy="3806825"/>
          </a:xfrm>
          <a:prstGeom prst="rect">
            <a:avLst/>
          </a:prstGeom>
        </p:spPr>
        <p:txBody>
          <a:bodyPr/>
          <a:lstStyle>
            <a:lvl1pPr marL="342891" indent="-342891">
              <a:buFontTx/>
              <a:buBlip>
                <a:blip r:embed="rId3"/>
              </a:buBlip>
              <a:defRPr sz="3200"/>
            </a:lvl1pPr>
            <a:lvl2pPr marL="742932" indent="-285744">
              <a:buFontTx/>
              <a:buBlip>
                <a:blip r:embed="rId4"/>
              </a:buBlip>
              <a:defRPr sz="2800"/>
            </a:lvl2pPr>
            <a:lvl3pPr marL="1142971" indent="-228594">
              <a:buFontTx/>
              <a:buBlip>
                <a:blip r:embed="rId4"/>
              </a:buBlip>
              <a:defRPr sz="2400"/>
            </a:lvl3pPr>
            <a:lvl4pPr marL="1600160" indent="-228594">
              <a:buFontTx/>
              <a:buBlip>
                <a:blip r:embed="rId4"/>
              </a:buBlip>
              <a:defRPr sz="2000"/>
            </a:lvl4pPr>
            <a:lvl5pPr marL="2057349" indent="-228594">
              <a:buFontTx/>
              <a:buBlip>
                <a:blip r:embed="rId4"/>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p:cNvSpPr/>
          <p:nvPr userDrawn="1"/>
        </p:nvSpPr>
        <p:spPr bwMode="auto">
          <a:xfrm>
            <a:off x="0" y="5562600"/>
            <a:ext cx="12192000" cy="457200"/>
          </a:xfrm>
          <a:prstGeom prst="rect">
            <a:avLst/>
          </a:prstGeom>
          <a:solidFill>
            <a:schemeClr val="bg1"/>
          </a:solidFill>
          <a:ln w="12700" cap="sq"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503584"/>
      </p:ext>
    </p:extLst>
  </p:cSld>
  <p:clrMapOvr>
    <a:masterClrMapping/>
  </p:clrMapOvr>
  <p:transition spd="slow">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846E44-F37D-43F9-8A38-116A556C253B}" type="slidenum">
              <a:rPr lang="en-US" smtClean="0"/>
              <a:t>‹#›</a:t>
            </a:fld>
            <a:endParaRPr lang="en-US"/>
          </a:p>
        </p:txBody>
      </p:sp>
    </p:spTree>
    <p:extLst>
      <p:ext uri="{BB962C8B-B14F-4D97-AF65-F5344CB8AC3E}">
        <p14:creationId xmlns:p14="http://schemas.microsoft.com/office/powerpoint/2010/main" val="146723397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6681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dirty="0"/>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C395895-F29C-4166-A949-0FBA29CB659F}" type="slidenum">
              <a:rPr lang="en-US" altLang="en-US" smtClean="0"/>
              <a:pPr/>
              <a:t>‹#›</a:t>
            </a:fld>
            <a:endParaRPr lang="en-US" altLang="en-US"/>
          </a:p>
        </p:txBody>
      </p:sp>
    </p:spTree>
    <p:extLst>
      <p:ext uri="{BB962C8B-B14F-4D97-AF65-F5344CB8AC3E}">
        <p14:creationId xmlns:p14="http://schemas.microsoft.com/office/powerpoint/2010/main" val="2909357716"/>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dirty="0"/>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C395895-F29C-4166-A949-0FBA29CB659F}" type="slidenum">
              <a:rPr lang="en-US" altLang="en-US" smtClean="0"/>
              <a:pPr/>
              <a:t>‹#›</a:t>
            </a:fld>
            <a:endParaRPr lang="en-US" altLang="en-US"/>
          </a:p>
        </p:txBody>
      </p:sp>
    </p:spTree>
    <p:extLst>
      <p:ext uri="{BB962C8B-B14F-4D97-AF65-F5344CB8AC3E}">
        <p14:creationId xmlns:p14="http://schemas.microsoft.com/office/powerpoint/2010/main" val="1296325136"/>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pPr defTabSz="914377" fontAlgn="base">
              <a:spcBef>
                <a:spcPct val="0"/>
              </a:spcBef>
              <a:spcAft>
                <a:spcPct val="0"/>
              </a:spcAft>
            </a:pPr>
            <a:fld id="{3441107B-8C77-42F8-B446-35252489FA3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5" name="Rectangle 2">
            <a:extLst>
              <a:ext uri="{FF2B5EF4-FFF2-40B4-BE49-F238E27FC236}">
                <a16:creationId xmlns:a16="http://schemas.microsoft.com/office/drawing/2014/main" id="{EBFF8896-68FC-E64D-9DC5-E9FF16ACD1CB}"/>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6" name="Picture 5">
            <a:extLst>
              <a:ext uri="{FF2B5EF4-FFF2-40B4-BE49-F238E27FC236}">
                <a16:creationId xmlns:a16="http://schemas.microsoft.com/office/drawing/2014/main" id="{AF29703C-AEA5-E542-9EFC-004B16A6776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Tree>
    <p:extLst>
      <p:ext uri="{BB962C8B-B14F-4D97-AF65-F5344CB8AC3E}">
        <p14:creationId xmlns:p14="http://schemas.microsoft.com/office/powerpoint/2010/main" val="1523159227"/>
      </p:ext>
    </p:extLst>
  </p:cSld>
  <p:clrMapOvr>
    <a:masterClrMapping/>
  </p:clrMapOvr>
  <p:transition spd="slow">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9F86C686-0772-45B8-914C-D31104D043B5}"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8" name="Title 1">
            <a:extLst>
              <a:ext uri="{FF2B5EF4-FFF2-40B4-BE49-F238E27FC236}">
                <a16:creationId xmlns:a16="http://schemas.microsoft.com/office/drawing/2014/main" id="{79E82F89-F245-7B47-A11F-23213FA4AFDC}"/>
              </a:ext>
            </a:extLst>
          </p:cNvPr>
          <p:cNvSpPr>
            <a:spLocks noGrp="1"/>
          </p:cNvSpPr>
          <p:nvPr>
            <p:ph type="title"/>
          </p:nvPr>
        </p:nvSpPr>
        <p:spPr>
          <a:xfrm>
            <a:off x="840322" y="457200"/>
            <a:ext cx="3932767" cy="1600200"/>
          </a:xfrm>
          <a:prstGeom prst="rect">
            <a:avLst/>
          </a:prstGeom>
        </p:spPr>
        <p:txBody>
          <a:bodyPr anchor="b"/>
          <a:lstStyle>
            <a:lvl1pPr>
              <a:defRPr sz="3200"/>
            </a:lvl1pPr>
          </a:lstStyle>
          <a:p>
            <a:r>
              <a:rPr lang="en-US"/>
              <a:t>Click to edit Master title style</a:t>
            </a:r>
          </a:p>
        </p:txBody>
      </p:sp>
      <p:sp>
        <p:nvSpPr>
          <p:cNvPr id="9" name="Content Placeholder 2">
            <a:extLst>
              <a:ext uri="{FF2B5EF4-FFF2-40B4-BE49-F238E27FC236}">
                <a16:creationId xmlns:a16="http://schemas.microsoft.com/office/drawing/2014/main" id="{698D8060-B8EE-9440-A3D6-44DC53BC3816}"/>
              </a:ext>
            </a:extLst>
          </p:cNvPr>
          <p:cNvSpPr>
            <a:spLocks noGrp="1"/>
          </p:cNvSpPr>
          <p:nvPr>
            <p:ph idx="1"/>
          </p:nvPr>
        </p:nvSpPr>
        <p:spPr>
          <a:xfrm>
            <a:off x="5183717" y="987432"/>
            <a:ext cx="6172200" cy="4873625"/>
          </a:xfrm>
          <a:prstGeom prst="rect">
            <a:avLst/>
          </a:prstGeom>
        </p:spPr>
        <p:txBody>
          <a:bodyPr/>
          <a:lstStyle>
            <a:lvl1pPr marL="342891" indent="-342891">
              <a:buFontTx/>
              <a:buBlip>
                <a:blip r:embed="rId2"/>
              </a:buBlip>
              <a:defRPr sz="3200"/>
            </a:lvl1pPr>
            <a:lvl2pPr marL="742932" indent="-285744">
              <a:buFontTx/>
              <a:buBlip>
                <a:blip r:embed="rId3"/>
              </a:buBlip>
              <a:defRPr sz="2800"/>
            </a:lvl2pPr>
            <a:lvl3pPr marL="1142971" indent="-228594">
              <a:buFontTx/>
              <a:buBlip>
                <a:blip r:embed="rId3"/>
              </a:buBlip>
              <a:defRPr sz="2400"/>
            </a:lvl3pPr>
            <a:lvl4pPr marL="1600160" indent="-228594">
              <a:buFontTx/>
              <a:buBlip>
                <a:blip r:embed="rId3"/>
              </a:buBlip>
              <a:defRPr sz="2000"/>
            </a:lvl4pPr>
            <a:lvl5pPr marL="2057349" indent="-228594">
              <a:buFontTx/>
              <a:buBlip>
                <a:blip r:embed="rId3"/>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3">
            <a:extLst>
              <a:ext uri="{FF2B5EF4-FFF2-40B4-BE49-F238E27FC236}">
                <a16:creationId xmlns:a16="http://schemas.microsoft.com/office/drawing/2014/main" id="{4407681A-DC29-8840-A282-E7DDD1F87595}"/>
              </a:ext>
            </a:extLst>
          </p:cNvPr>
          <p:cNvSpPr>
            <a:spLocks noGrp="1"/>
          </p:cNvSpPr>
          <p:nvPr>
            <p:ph type="body" sz="half" idx="2"/>
          </p:nvPr>
        </p:nvSpPr>
        <p:spPr>
          <a:xfrm>
            <a:off x="840322" y="2057400"/>
            <a:ext cx="393276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Tree>
    <p:extLst>
      <p:ext uri="{BB962C8B-B14F-4D97-AF65-F5344CB8AC3E}">
        <p14:creationId xmlns:p14="http://schemas.microsoft.com/office/powerpoint/2010/main" val="784194006"/>
      </p:ext>
    </p:extLst>
  </p:cSld>
  <p:clrMapOvr>
    <a:masterClrMapping/>
  </p:clrMapOvr>
  <p:transition spd="slow">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22"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32"/>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40322" y="2057400"/>
            <a:ext cx="393276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31154C51-E7FE-4BE2-964D-9EA2413477DA}"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1367562705"/>
      </p:ext>
    </p:extLst>
  </p:cSld>
  <p:clrMapOvr>
    <a:masterClrMapping/>
  </p:clrMapOvr>
  <p:transition spd="slow">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lvl1pPr marL="342891" indent="-342891">
              <a:buFontTx/>
              <a:buBlip>
                <a:blip r:embed="rId2"/>
              </a:buBlip>
              <a:defRPr/>
            </a:lvl1pPr>
            <a:lvl2pPr marL="742932" indent="-285744">
              <a:buFontTx/>
              <a:buBlip>
                <a:blip r:embed="rId3"/>
              </a:buBlip>
              <a:defRPr/>
            </a:lvl2pPr>
            <a:lvl3pPr marL="1142971" indent="-228594">
              <a:buFontTx/>
              <a:buBlip>
                <a:blip r:embed="rId2"/>
              </a:buBlip>
              <a:defRPr/>
            </a:lvl3pPr>
            <a:lvl4pPr marL="1600160" indent="-228594">
              <a:buFontTx/>
              <a:buBlip>
                <a:blip r:embed="rId3"/>
              </a:buBlip>
              <a:defRPr/>
            </a:lvl4pPr>
            <a:lvl5pPr marL="2057349" indent="-228594">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832DC5D3-AD41-4659-866A-5CB0CB3446C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7" name="Rectangle 2">
            <a:extLst>
              <a:ext uri="{FF2B5EF4-FFF2-40B4-BE49-F238E27FC236}">
                <a16:creationId xmlns:a16="http://schemas.microsoft.com/office/drawing/2014/main" id="{A1952A96-581D-0345-8012-49E899344C37}"/>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8" name="Picture 7">
            <a:extLst>
              <a:ext uri="{FF2B5EF4-FFF2-40B4-BE49-F238E27FC236}">
                <a16:creationId xmlns:a16="http://schemas.microsoft.com/office/drawing/2014/main" id="{FCD26CD8-29A3-6141-B43F-0672FE7962C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Tree>
    <p:extLst>
      <p:ext uri="{BB962C8B-B14F-4D97-AF65-F5344CB8AC3E}">
        <p14:creationId xmlns:p14="http://schemas.microsoft.com/office/powerpoint/2010/main" val="3880114164"/>
      </p:ext>
    </p:extLst>
  </p:cSld>
  <p:clrMapOvr>
    <a:masterClrMapping/>
  </p:clrMapOvr>
  <p:transition spd="slow">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78900" y="68270"/>
            <a:ext cx="2937933" cy="61039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5100" y="68270"/>
            <a:ext cx="8610600" cy="610393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58A21856-27AF-4D70-8135-22471679316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657963324"/>
      </p:ext>
    </p:extLst>
  </p:cSld>
  <p:clrMapOvr>
    <a:masterClrMapping/>
  </p:clrMapOvr>
  <p:transition spd="slow">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27A65FE3-EFCB-4EDD-8916-09428BE0C2CC}" type="slidenum">
              <a:rPr lang="en-US" altLang="en-US" smtClean="0"/>
              <a:pPr/>
              <a:t>‹#›</a:t>
            </a:fld>
            <a:endParaRPr lang="en-US" altLang="en-US" dirty="0"/>
          </a:p>
        </p:txBody>
      </p:sp>
      <p:sp>
        <p:nvSpPr>
          <p:cNvPr id="7" name="Rectangle 2">
            <a:extLst>
              <a:ext uri="{FF2B5EF4-FFF2-40B4-BE49-F238E27FC236}">
                <a16:creationId xmlns:a16="http://schemas.microsoft.com/office/drawing/2014/main" id="{8CD6D19E-B99D-7D4B-A1C9-CE3BB52C31D2}"/>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8" name="Picture 7">
            <a:extLst>
              <a:ext uri="{FF2B5EF4-FFF2-40B4-BE49-F238E27FC236}">
                <a16:creationId xmlns:a16="http://schemas.microsoft.com/office/drawing/2014/main" id="{7FFF382A-A09F-8445-81BA-CD76CBBCCE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
        <p:nvSpPr>
          <p:cNvPr id="9" name="Content Placeholder 2">
            <a:extLst>
              <a:ext uri="{FF2B5EF4-FFF2-40B4-BE49-F238E27FC236}">
                <a16:creationId xmlns:a16="http://schemas.microsoft.com/office/drawing/2014/main" id="{C5E2778F-0051-8949-98AE-1BA9739D57F9}"/>
              </a:ext>
            </a:extLst>
          </p:cNvPr>
          <p:cNvSpPr>
            <a:spLocks noGrp="1"/>
          </p:cNvSpPr>
          <p:nvPr>
            <p:ph idx="1"/>
          </p:nvPr>
        </p:nvSpPr>
        <p:spPr>
          <a:xfrm>
            <a:off x="1493871" y="1679577"/>
            <a:ext cx="9791700" cy="3806825"/>
          </a:xfrm>
          <a:prstGeom prst="rect">
            <a:avLst/>
          </a:prstGeom>
        </p:spPr>
        <p:txBody>
          <a:bodyPr/>
          <a:lstStyle>
            <a:lvl1pPr marL="342891" indent="-342891">
              <a:buFontTx/>
              <a:buBlip>
                <a:blip r:embed="rId3"/>
              </a:buBlip>
              <a:defRPr sz="3200"/>
            </a:lvl1pPr>
            <a:lvl2pPr marL="742932" indent="-285744">
              <a:buFontTx/>
              <a:buBlip>
                <a:blip r:embed="rId4"/>
              </a:buBlip>
              <a:defRPr sz="2800"/>
            </a:lvl2pPr>
            <a:lvl3pPr marL="1142971" indent="-228594">
              <a:buFontTx/>
              <a:buBlip>
                <a:blip r:embed="rId4"/>
              </a:buBlip>
              <a:defRPr sz="2400"/>
            </a:lvl3pPr>
            <a:lvl4pPr marL="1600160" indent="-228594">
              <a:buFontTx/>
              <a:buBlip>
                <a:blip r:embed="rId4"/>
              </a:buBlip>
              <a:defRPr sz="2000"/>
            </a:lvl4pPr>
            <a:lvl5pPr marL="2057349" indent="-228594">
              <a:buFontTx/>
              <a:buBlip>
                <a:blip r:embed="rId4"/>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p:cNvSpPr/>
          <p:nvPr userDrawn="1"/>
        </p:nvSpPr>
        <p:spPr bwMode="auto">
          <a:xfrm>
            <a:off x="0" y="5562600"/>
            <a:ext cx="12192000" cy="457200"/>
          </a:xfrm>
          <a:prstGeom prst="rect">
            <a:avLst/>
          </a:prstGeom>
          <a:solidFill>
            <a:schemeClr val="bg1"/>
          </a:solidFill>
          <a:ln w="12700" cap="sq"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7556706"/>
      </p:ext>
    </p:extLst>
  </p:cSld>
  <p:clrMapOvr>
    <a:masterClrMapping/>
  </p:clrMapOvr>
  <p:transition spd="slow">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846E44-F37D-43F9-8A38-116A556C253B}" type="slidenum">
              <a:rPr lang="en-US" smtClean="0"/>
              <a:t>‹#›</a:t>
            </a:fld>
            <a:endParaRPr lang="en-US"/>
          </a:p>
        </p:txBody>
      </p:sp>
    </p:spTree>
    <p:extLst>
      <p:ext uri="{BB962C8B-B14F-4D97-AF65-F5344CB8AC3E}">
        <p14:creationId xmlns:p14="http://schemas.microsoft.com/office/powerpoint/2010/main" val="12387830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273958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dirty="0"/>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C395895-F29C-4166-A949-0FBA29CB659F}" type="slidenum">
              <a:rPr lang="en-US" altLang="en-US" smtClean="0"/>
              <a:pPr/>
              <a:t>‹#›</a:t>
            </a:fld>
            <a:endParaRPr lang="en-US" altLang="en-US"/>
          </a:p>
        </p:txBody>
      </p:sp>
    </p:spTree>
    <p:extLst>
      <p:ext uri="{BB962C8B-B14F-4D97-AF65-F5344CB8AC3E}">
        <p14:creationId xmlns:p14="http://schemas.microsoft.com/office/powerpoint/2010/main" val="2534236756"/>
      </p:ext>
    </p:extLst>
  </p:cSld>
  <p:clrMapOvr>
    <a:masterClrMapping/>
  </p:clrMapOvr>
  <p:transition spd="slow">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pPr defTabSz="914377" fontAlgn="base">
              <a:spcBef>
                <a:spcPct val="0"/>
              </a:spcBef>
              <a:spcAft>
                <a:spcPct val="0"/>
              </a:spcAft>
            </a:pPr>
            <a:fld id="{3441107B-8C77-42F8-B446-35252489FA3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5" name="Rectangle 2">
            <a:extLst>
              <a:ext uri="{FF2B5EF4-FFF2-40B4-BE49-F238E27FC236}">
                <a16:creationId xmlns:a16="http://schemas.microsoft.com/office/drawing/2014/main" id="{EBFF8896-68FC-E64D-9DC5-E9FF16ACD1CB}"/>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6" name="Picture 5">
            <a:extLst>
              <a:ext uri="{FF2B5EF4-FFF2-40B4-BE49-F238E27FC236}">
                <a16:creationId xmlns:a16="http://schemas.microsoft.com/office/drawing/2014/main" id="{AF29703C-AEA5-E542-9EFC-004B16A6776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Tree>
    <p:extLst>
      <p:ext uri="{BB962C8B-B14F-4D97-AF65-F5344CB8AC3E}">
        <p14:creationId xmlns:p14="http://schemas.microsoft.com/office/powerpoint/2010/main" val="3476952266"/>
      </p:ext>
    </p:extLst>
  </p:cSld>
  <p:clrMapOvr>
    <a:masterClrMapping/>
  </p:clrMapOvr>
  <p:transition spd="slow">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9F86C686-0772-45B8-914C-D31104D043B5}"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8" name="Title 1">
            <a:extLst>
              <a:ext uri="{FF2B5EF4-FFF2-40B4-BE49-F238E27FC236}">
                <a16:creationId xmlns:a16="http://schemas.microsoft.com/office/drawing/2014/main" id="{79E82F89-F245-7B47-A11F-23213FA4AFDC}"/>
              </a:ext>
            </a:extLst>
          </p:cNvPr>
          <p:cNvSpPr>
            <a:spLocks noGrp="1"/>
          </p:cNvSpPr>
          <p:nvPr>
            <p:ph type="title"/>
          </p:nvPr>
        </p:nvSpPr>
        <p:spPr>
          <a:xfrm>
            <a:off x="840322" y="457200"/>
            <a:ext cx="3932767" cy="1600200"/>
          </a:xfrm>
          <a:prstGeom prst="rect">
            <a:avLst/>
          </a:prstGeom>
        </p:spPr>
        <p:txBody>
          <a:bodyPr anchor="b"/>
          <a:lstStyle>
            <a:lvl1pPr>
              <a:defRPr sz="3200"/>
            </a:lvl1pPr>
          </a:lstStyle>
          <a:p>
            <a:r>
              <a:rPr lang="en-US"/>
              <a:t>Click to edit Master title style</a:t>
            </a:r>
          </a:p>
        </p:txBody>
      </p:sp>
      <p:sp>
        <p:nvSpPr>
          <p:cNvPr id="9" name="Content Placeholder 2">
            <a:extLst>
              <a:ext uri="{FF2B5EF4-FFF2-40B4-BE49-F238E27FC236}">
                <a16:creationId xmlns:a16="http://schemas.microsoft.com/office/drawing/2014/main" id="{698D8060-B8EE-9440-A3D6-44DC53BC3816}"/>
              </a:ext>
            </a:extLst>
          </p:cNvPr>
          <p:cNvSpPr>
            <a:spLocks noGrp="1"/>
          </p:cNvSpPr>
          <p:nvPr>
            <p:ph idx="1"/>
          </p:nvPr>
        </p:nvSpPr>
        <p:spPr>
          <a:xfrm>
            <a:off x="5183717" y="987432"/>
            <a:ext cx="6172200" cy="4873625"/>
          </a:xfrm>
          <a:prstGeom prst="rect">
            <a:avLst/>
          </a:prstGeom>
        </p:spPr>
        <p:txBody>
          <a:bodyPr/>
          <a:lstStyle>
            <a:lvl1pPr marL="342891" indent="-342891">
              <a:buFontTx/>
              <a:buBlip>
                <a:blip r:embed="rId2"/>
              </a:buBlip>
              <a:defRPr sz="3200"/>
            </a:lvl1pPr>
            <a:lvl2pPr marL="742932" indent="-285744">
              <a:buFontTx/>
              <a:buBlip>
                <a:blip r:embed="rId3"/>
              </a:buBlip>
              <a:defRPr sz="2800"/>
            </a:lvl2pPr>
            <a:lvl3pPr marL="1142971" indent="-228594">
              <a:buFontTx/>
              <a:buBlip>
                <a:blip r:embed="rId3"/>
              </a:buBlip>
              <a:defRPr sz="2400"/>
            </a:lvl3pPr>
            <a:lvl4pPr marL="1600160" indent="-228594">
              <a:buFontTx/>
              <a:buBlip>
                <a:blip r:embed="rId3"/>
              </a:buBlip>
              <a:defRPr sz="2000"/>
            </a:lvl4pPr>
            <a:lvl5pPr marL="2057349" indent="-228594">
              <a:buFontTx/>
              <a:buBlip>
                <a:blip r:embed="rId3"/>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3">
            <a:extLst>
              <a:ext uri="{FF2B5EF4-FFF2-40B4-BE49-F238E27FC236}">
                <a16:creationId xmlns:a16="http://schemas.microsoft.com/office/drawing/2014/main" id="{4407681A-DC29-8840-A282-E7DDD1F87595}"/>
              </a:ext>
            </a:extLst>
          </p:cNvPr>
          <p:cNvSpPr>
            <a:spLocks noGrp="1"/>
          </p:cNvSpPr>
          <p:nvPr>
            <p:ph type="body" sz="half" idx="2"/>
          </p:nvPr>
        </p:nvSpPr>
        <p:spPr>
          <a:xfrm>
            <a:off x="840322" y="2057400"/>
            <a:ext cx="393276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Tree>
    <p:extLst>
      <p:ext uri="{BB962C8B-B14F-4D97-AF65-F5344CB8AC3E}">
        <p14:creationId xmlns:p14="http://schemas.microsoft.com/office/powerpoint/2010/main" val="395177478"/>
      </p:ext>
    </p:extLst>
  </p:cSld>
  <p:clrMapOvr>
    <a:masterClrMapping/>
  </p:clrMapOvr>
  <p:transition spd="slow">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22"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32"/>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40322" y="2057400"/>
            <a:ext cx="393276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31154C51-E7FE-4BE2-964D-9EA2413477DA}"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159798071"/>
      </p:ext>
    </p:extLst>
  </p:cSld>
  <p:clrMapOvr>
    <a:masterClrMapping/>
  </p:clrMapOvr>
  <p:transition spd="slow">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lvl1pPr marL="342891" indent="-342891">
              <a:buFontTx/>
              <a:buBlip>
                <a:blip r:embed="rId2"/>
              </a:buBlip>
              <a:defRPr/>
            </a:lvl1pPr>
            <a:lvl2pPr marL="742932" indent="-285744">
              <a:buFontTx/>
              <a:buBlip>
                <a:blip r:embed="rId3"/>
              </a:buBlip>
              <a:defRPr/>
            </a:lvl2pPr>
            <a:lvl3pPr marL="1142971" indent="-228594">
              <a:buFontTx/>
              <a:buBlip>
                <a:blip r:embed="rId2"/>
              </a:buBlip>
              <a:defRPr/>
            </a:lvl3pPr>
            <a:lvl4pPr marL="1600160" indent="-228594">
              <a:buFontTx/>
              <a:buBlip>
                <a:blip r:embed="rId3"/>
              </a:buBlip>
              <a:defRPr/>
            </a:lvl4pPr>
            <a:lvl5pPr marL="2057349" indent="-228594">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832DC5D3-AD41-4659-866A-5CB0CB3446C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7" name="Rectangle 2">
            <a:extLst>
              <a:ext uri="{FF2B5EF4-FFF2-40B4-BE49-F238E27FC236}">
                <a16:creationId xmlns:a16="http://schemas.microsoft.com/office/drawing/2014/main" id="{A1952A96-581D-0345-8012-49E899344C37}"/>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8" name="Picture 7">
            <a:extLst>
              <a:ext uri="{FF2B5EF4-FFF2-40B4-BE49-F238E27FC236}">
                <a16:creationId xmlns:a16="http://schemas.microsoft.com/office/drawing/2014/main" id="{FCD26CD8-29A3-6141-B43F-0672FE7962C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Tree>
    <p:extLst>
      <p:ext uri="{BB962C8B-B14F-4D97-AF65-F5344CB8AC3E}">
        <p14:creationId xmlns:p14="http://schemas.microsoft.com/office/powerpoint/2010/main" val="3934632288"/>
      </p:ext>
    </p:extLst>
  </p:cSld>
  <p:clrMapOvr>
    <a:masterClrMapping/>
  </p:clrMapOvr>
  <p:transition spd="slow">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78900" y="68270"/>
            <a:ext cx="2937933" cy="61039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5100" y="68270"/>
            <a:ext cx="8610600" cy="610393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58A21856-27AF-4D70-8135-22471679316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753921236"/>
      </p:ext>
    </p:extLst>
  </p:cSld>
  <p:clrMapOvr>
    <a:masterClrMapping/>
  </p:clrMapOvr>
  <p:transition spd="slow">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27A65FE3-EFCB-4EDD-8916-09428BE0C2CC}" type="slidenum">
              <a:rPr lang="en-US" altLang="en-US" smtClean="0"/>
              <a:pPr/>
              <a:t>‹#›</a:t>
            </a:fld>
            <a:endParaRPr lang="en-US" altLang="en-US"/>
          </a:p>
        </p:txBody>
      </p:sp>
      <p:sp>
        <p:nvSpPr>
          <p:cNvPr id="7" name="Rectangle 2">
            <a:extLst>
              <a:ext uri="{FF2B5EF4-FFF2-40B4-BE49-F238E27FC236}">
                <a16:creationId xmlns:a16="http://schemas.microsoft.com/office/drawing/2014/main" id="{8CD6D19E-B99D-7D4B-A1C9-CE3BB52C31D2}"/>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8" name="Picture 7">
            <a:extLst>
              <a:ext uri="{FF2B5EF4-FFF2-40B4-BE49-F238E27FC236}">
                <a16:creationId xmlns:a16="http://schemas.microsoft.com/office/drawing/2014/main" id="{7FFF382A-A09F-8445-81BA-CD76CBBCCE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
        <p:nvSpPr>
          <p:cNvPr id="9" name="Content Placeholder 2">
            <a:extLst>
              <a:ext uri="{FF2B5EF4-FFF2-40B4-BE49-F238E27FC236}">
                <a16:creationId xmlns:a16="http://schemas.microsoft.com/office/drawing/2014/main" id="{C5E2778F-0051-8949-98AE-1BA9739D57F9}"/>
              </a:ext>
            </a:extLst>
          </p:cNvPr>
          <p:cNvSpPr>
            <a:spLocks noGrp="1"/>
          </p:cNvSpPr>
          <p:nvPr>
            <p:ph idx="1"/>
          </p:nvPr>
        </p:nvSpPr>
        <p:spPr>
          <a:xfrm>
            <a:off x="1493871" y="1679577"/>
            <a:ext cx="9791700" cy="3806825"/>
          </a:xfrm>
          <a:prstGeom prst="rect">
            <a:avLst/>
          </a:prstGeom>
        </p:spPr>
        <p:txBody>
          <a:bodyPr/>
          <a:lstStyle>
            <a:lvl1pPr marL="342891" indent="-342891">
              <a:buFontTx/>
              <a:buBlip>
                <a:blip r:embed="rId3"/>
              </a:buBlip>
              <a:defRPr sz="3200"/>
            </a:lvl1pPr>
            <a:lvl2pPr marL="742932" indent="-285744">
              <a:buFontTx/>
              <a:buBlip>
                <a:blip r:embed="rId4"/>
              </a:buBlip>
              <a:defRPr sz="2800"/>
            </a:lvl2pPr>
            <a:lvl3pPr marL="1142971" indent="-228594">
              <a:buFontTx/>
              <a:buBlip>
                <a:blip r:embed="rId4"/>
              </a:buBlip>
              <a:defRPr sz="2400"/>
            </a:lvl3pPr>
            <a:lvl4pPr marL="1600160" indent="-228594">
              <a:buFontTx/>
              <a:buBlip>
                <a:blip r:embed="rId4"/>
              </a:buBlip>
              <a:defRPr sz="2000"/>
            </a:lvl4pPr>
            <a:lvl5pPr marL="2057349" indent="-228594">
              <a:buFontTx/>
              <a:buBlip>
                <a:blip r:embed="rId4"/>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0924625"/>
      </p:ext>
    </p:extLst>
  </p:cSld>
  <p:clrMapOvr>
    <a:masterClrMapping/>
  </p:clrMapOvr>
  <p:transition spd="slow">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46E44-F37D-43F9-8A38-116A556C253B}" type="slidenum">
              <a:rPr lang="en-US" smtClean="0"/>
              <a:t>‹#›</a:t>
            </a:fld>
            <a:endParaRPr lang="en-US"/>
          </a:p>
        </p:txBody>
      </p:sp>
    </p:spTree>
    <p:extLst>
      <p:ext uri="{BB962C8B-B14F-4D97-AF65-F5344CB8AC3E}">
        <p14:creationId xmlns:p14="http://schemas.microsoft.com/office/powerpoint/2010/main" val="273472356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dirty="0"/>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C395895-F29C-4166-A949-0FBA29CB659F}" type="slidenum">
              <a:rPr lang="en-US" altLang="en-US" smtClean="0"/>
              <a:pPr/>
              <a:t>‹#›</a:t>
            </a:fld>
            <a:endParaRPr lang="en-US" altLang="en-US"/>
          </a:p>
        </p:txBody>
      </p:sp>
    </p:spTree>
    <p:extLst>
      <p:ext uri="{BB962C8B-B14F-4D97-AF65-F5344CB8AC3E}">
        <p14:creationId xmlns:p14="http://schemas.microsoft.com/office/powerpoint/2010/main" val="3882503652"/>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pPr defTabSz="914377" fontAlgn="base">
              <a:spcBef>
                <a:spcPct val="0"/>
              </a:spcBef>
              <a:spcAft>
                <a:spcPct val="0"/>
              </a:spcAft>
            </a:pPr>
            <a:fld id="{3441107B-8C77-42F8-B446-35252489FA3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7" name="Rectangle 2">
            <a:extLst>
              <a:ext uri="{FF2B5EF4-FFF2-40B4-BE49-F238E27FC236}">
                <a16:creationId xmlns:a16="http://schemas.microsoft.com/office/drawing/2014/main" id="{3D246986-9BEC-BB4D-A5C5-DCEF0CD62FB9}"/>
              </a:ext>
            </a:extLst>
          </p:cNvPr>
          <p:cNvSpPr txBox="1">
            <a:spLocks noChangeArrowheads="1"/>
          </p:cNvSpPr>
          <p:nvPr userDrawn="1"/>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9" rIns="91436" bIns="45719" numCol="1" anchor="ctr" anchorCtr="0" compatLnSpc="1">
            <a:prstTxWarp prst="textNoShape">
              <a:avLst/>
            </a:prstTxWarp>
          </a:bodyPr>
          <a:lstStyle>
            <a:lvl1pPr algn="l" rtl="0" fontAlgn="base">
              <a:spcBef>
                <a:spcPct val="0"/>
              </a:spcBef>
              <a:spcAft>
                <a:spcPct val="0"/>
              </a:spcAft>
              <a:defRPr sz="2800" b="1" kern="1200">
                <a:solidFill>
                  <a:schemeClr val="tx2"/>
                </a:solidFill>
                <a:latin typeface="+mj-lt"/>
                <a:ea typeface="+mj-ea"/>
                <a:cs typeface="+mj-cs"/>
              </a:defRPr>
            </a:lvl1pPr>
            <a:lvl2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2pPr>
            <a:lvl3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3pPr>
            <a:lvl4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4pPr>
            <a:lvl5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9pPr>
          </a:lstStyle>
          <a:p>
            <a:pPr defTabSz="914377"/>
            <a:r>
              <a:rPr lang="en-US" altLang="en-US" sz="2800" dirty="0">
                <a:solidFill>
                  <a:schemeClr val="bg1"/>
                </a:solidFill>
              </a:rPr>
              <a:t>Click to edit Master title style</a:t>
            </a:r>
          </a:p>
        </p:txBody>
      </p:sp>
      <p:pic>
        <p:nvPicPr>
          <p:cNvPr id="8" name="Picture 7">
            <a:extLst>
              <a:ext uri="{FF2B5EF4-FFF2-40B4-BE49-F238E27FC236}">
                <a16:creationId xmlns:a16="http://schemas.microsoft.com/office/drawing/2014/main" id="{6C02EAEC-7782-174A-BB28-46379A9B5E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Tree>
    <p:extLst>
      <p:ext uri="{BB962C8B-B14F-4D97-AF65-F5344CB8AC3E}">
        <p14:creationId xmlns:p14="http://schemas.microsoft.com/office/powerpoint/2010/main" val="1134247370"/>
      </p:ext>
    </p:extLst>
  </p:cSld>
  <p:clrMapOvr>
    <a:masterClrMapping/>
  </p:clrMapOvr>
  <p:transition spd="slow">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9F86C686-0772-45B8-914C-D31104D043B5}"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
        <p:nvSpPr>
          <p:cNvPr id="8" name="Title 1">
            <a:extLst>
              <a:ext uri="{FF2B5EF4-FFF2-40B4-BE49-F238E27FC236}">
                <a16:creationId xmlns:a16="http://schemas.microsoft.com/office/drawing/2014/main" id="{79E82F89-F245-7B47-A11F-23213FA4AFDC}"/>
              </a:ext>
            </a:extLst>
          </p:cNvPr>
          <p:cNvSpPr>
            <a:spLocks noGrp="1"/>
          </p:cNvSpPr>
          <p:nvPr>
            <p:ph type="title"/>
          </p:nvPr>
        </p:nvSpPr>
        <p:spPr>
          <a:xfrm>
            <a:off x="840322" y="457200"/>
            <a:ext cx="3932767" cy="1600200"/>
          </a:xfrm>
          <a:prstGeom prst="rect">
            <a:avLst/>
          </a:prstGeom>
        </p:spPr>
        <p:txBody>
          <a:bodyPr anchor="b"/>
          <a:lstStyle>
            <a:lvl1pPr>
              <a:defRPr sz="3200"/>
            </a:lvl1pPr>
          </a:lstStyle>
          <a:p>
            <a:r>
              <a:rPr lang="en-US"/>
              <a:t>Click to edit Master title style</a:t>
            </a:r>
          </a:p>
        </p:txBody>
      </p:sp>
      <p:sp>
        <p:nvSpPr>
          <p:cNvPr id="9" name="Content Placeholder 2">
            <a:extLst>
              <a:ext uri="{FF2B5EF4-FFF2-40B4-BE49-F238E27FC236}">
                <a16:creationId xmlns:a16="http://schemas.microsoft.com/office/drawing/2014/main" id="{698D8060-B8EE-9440-A3D6-44DC53BC3816}"/>
              </a:ext>
            </a:extLst>
          </p:cNvPr>
          <p:cNvSpPr>
            <a:spLocks noGrp="1"/>
          </p:cNvSpPr>
          <p:nvPr>
            <p:ph idx="1"/>
          </p:nvPr>
        </p:nvSpPr>
        <p:spPr>
          <a:xfrm>
            <a:off x="5183717" y="987432"/>
            <a:ext cx="6172200" cy="4873625"/>
          </a:xfrm>
          <a:prstGeom prst="rect">
            <a:avLst/>
          </a:prstGeom>
        </p:spPr>
        <p:txBody>
          <a:bodyPr/>
          <a:lstStyle>
            <a:lvl1pPr marL="342891" indent="-342891">
              <a:buFontTx/>
              <a:buBlip>
                <a:blip r:embed="rId2"/>
              </a:buBlip>
              <a:defRPr sz="3200"/>
            </a:lvl1pPr>
            <a:lvl2pPr marL="742932" indent="-285744">
              <a:buFontTx/>
              <a:buBlip>
                <a:blip r:embed="rId3"/>
              </a:buBlip>
              <a:defRPr sz="2800"/>
            </a:lvl2pPr>
            <a:lvl3pPr marL="1142971" indent="-228594">
              <a:buFontTx/>
              <a:buBlip>
                <a:blip r:embed="rId3"/>
              </a:buBlip>
              <a:defRPr sz="2400"/>
            </a:lvl3pPr>
            <a:lvl4pPr marL="1600160" indent="-228594">
              <a:buFontTx/>
              <a:buBlip>
                <a:blip r:embed="rId3"/>
              </a:buBlip>
              <a:defRPr sz="2000"/>
            </a:lvl4pPr>
            <a:lvl5pPr marL="2057349" indent="-228594">
              <a:buFontTx/>
              <a:buBlip>
                <a:blip r:embed="rId3"/>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3">
            <a:extLst>
              <a:ext uri="{FF2B5EF4-FFF2-40B4-BE49-F238E27FC236}">
                <a16:creationId xmlns:a16="http://schemas.microsoft.com/office/drawing/2014/main" id="{4407681A-DC29-8840-A282-E7DDD1F87595}"/>
              </a:ext>
            </a:extLst>
          </p:cNvPr>
          <p:cNvSpPr>
            <a:spLocks noGrp="1"/>
          </p:cNvSpPr>
          <p:nvPr>
            <p:ph type="body" sz="half" idx="2"/>
          </p:nvPr>
        </p:nvSpPr>
        <p:spPr>
          <a:xfrm>
            <a:off x="840322" y="2057400"/>
            <a:ext cx="393276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Tree>
    <p:extLst>
      <p:ext uri="{BB962C8B-B14F-4D97-AF65-F5344CB8AC3E}">
        <p14:creationId xmlns:p14="http://schemas.microsoft.com/office/powerpoint/2010/main" val="507936484"/>
      </p:ext>
    </p:extLst>
  </p:cSld>
  <p:clrMapOvr>
    <a:masterClrMapping/>
  </p:clrMapOvr>
  <p:transition spd="slow">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22" y="457200"/>
            <a:ext cx="3932767" cy="1600200"/>
          </a:xfrm>
          <a:prstGeom prst="rect">
            <a:avLst/>
          </a:prstGeom>
        </p:spPr>
        <p:txBody>
          <a:bodyPr anchor="b"/>
          <a:lstStyle>
            <a:lvl1pPr>
              <a:defRPr sz="3200">
                <a:solidFill>
                  <a:schemeClr val="bg1"/>
                </a:solidFill>
              </a:defRPr>
            </a:lvl1pPr>
          </a:lstStyle>
          <a:p>
            <a:r>
              <a:rPr lang="en-US"/>
              <a:t>Click to edit Master title style</a:t>
            </a:r>
          </a:p>
        </p:txBody>
      </p:sp>
      <p:sp>
        <p:nvSpPr>
          <p:cNvPr id="3" name="Picture Placeholder 2"/>
          <p:cNvSpPr>
            <a:spLocks noGrp="1"/>
          </p:cNvSpPr>
          <p:nvPr>
            <p:ph type="pic" idx="1"/>
          </p:nvPr>
        </p:nvSpPr>
        <p:spPr>
          <a:xfrm>
            <a:off x="5183717" y="987432"/>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40322" y="2057400"/>
            <a:ext cx="393276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pPr defTabSz="914377" fontAlgn="base">
              <a:spcBef>
                <a:spcPct val="0"/>
              </a:spcBef>
              <a:spcAft>
                <a:spcPct val="0"/>
              </a:spcAft>
            </a:pPr>
            <a:fld id="{31154C51-E7FE-4BE2-964D-9EA2413477DA}"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544678120"/>
      </p:ext>
    </p:extLst>
  </p:cSld>
  <p:clrMapOvr>
    <a:masterClrMapping/>
  </p:clrMapOvr>
  <p:transition spd="slow">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lvl1pPr marL="342891" indent="-342891">
              <a:buFontTx/>
              <a:buBlip>
                <a:blip r:embed="rId2"/>
              </a:buBlip>
              <a:defRPr/>
            </a:lvl1pPr>
            <a:lvl2pPr marL="742932" indent="-285744">
              <a:buFontTx/>
              <a:buBlip>
                <a:blip r:embed="rId3"/>
              </a:buBlip>
              <a:defRPr/>
            </a:lvl2pPr>
            <a:lvl3pPr marL="1142971" indent="-228594">
              <a:buFontTx/>
              <a:buBlip>
                <a:blip r:embed="rId2"/>
              </a:buBlip>
              <a:defRPr/>
            </a:lvl3pPr>
            <a:lvl4pPr marL="1600160" indent="-228594">
              <a:buFontTx/>
              <a:buBlip>
                <a:blip r:embed="rId3"/>
              </a:buBlip>
              <a:defRPr/>
            </a:lvl4pPr>
            <a:lvl5pPr marL="2057349" indent="-228594">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832DC5D3-AD41-4659-866A-5CB0CB3446C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pic>
        <p:nvPicPr>
          <p:cNvPr id="8" name="Picture 7">
            <a:extLst>
              <a:ext uri="{FF2B5EF4-FFF2-40B4-BE49-F238E27FC236}">
                <a16:creationId xmlns:a16="http://schemas.microsoft.com/office/drawing/2014/main" id="{FCD26CD8-29A3-6141-B43F-0672FE7962C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
        <p:nvSpPr>
          <p:cNvPr id="9" name="Rectangle 2">
            <a:extLst>
              <a:ext uri="{FF2B5EF4-FFF2-40B4-BE49-F238E27FC236}">
                <a16:creationId xmlns:a16="http://schemas.microsoft.com/office/drawing/2014/main" id="{263E0B1E-BBE4-DA43-9A03-BC482DC94AF7}"/>
              </a:ext>
            </a:extLst>
          </p:cNvPr>
          <p:cNvSpPr txBox="1">
            <a:spLocks noChangeArrowheads="1"/>
          </p:cNvSpPr>
          <p:nvPr userDrawn="1"/>
        </p:nvSpPr>
        <p:spPr bwMode="auto">
          <a:xfrm>
            <a:off x="1623971" y="9409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9" rIns="91436" bIns="45719" numCol="1" anchor="ctr" anchorCtr="0" compatLnSpc="1">
            <a:prstTxWarp prst="textNoShape">
              <a:avLst/>
            </a:prstTxWarp>
          </a:bodyPr>
          <a:lstStyle>
            <a:lvl1pPr algn="l" rtl="0" fontAlgn="base">
              <a:spcBef>
                <a:spcPct val="0"/>
              </a:spcBef>
              <a:spcAft>
                <a:spcPct val="0"/>
              </a:spcAft>
              <a:defRPr sz="2800" b="1" kern="1200">
                <a:solidFill>
                  <a:schemeClr val="tx2"/>
                </a:solidFill>
                <a:latin typeface="+mj-lt"/>
                <a:ea typeface="+mj-ea"/>
                <a:cs typeface="+mj-cs"/>
              </a:defRPr>
            </a:lvl1pPr>
            <a:lvl2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2pPr>
            <a:lvl3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3pPr>
            <a:lvl4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4pPr>
            <a:lvl5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9pPr>
          </a:lstStyle>
          <a:p>
            <a:pPr defTabSz="914377"/>
            <a:r>
              <a:rPr lang="en-US" altLang="en-US" sz="2800" dirty="0">
                <a:solidFill>
                  <a:schemeClr val="bg1"/>
                </a:solidFill>
              </a:rPr>
              <a:t>Click to edit Master title style</a:t>
            </a:r>
          </a:p>
        </p:txBody>
      </p:sp>
      <p:pic>
        <p:nvPicPr>
          <p:cNvPr id="10" name="Picture 9">
            <a:extLst>
              <a:ext uri="{FF2B5EF4-FFF2-40B4-BE49-F238E27FC236}">
                <a16:creationId xmlns:a16="http://schemas.microsoft.com/office/drawing/2014/main" id="{6365D7A8-A78A-E748-BE5A-0E2090F9D22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5554" y="1143000"/>
            <a:ext cx="441964" cy="441964"/>
          </a:xfrm>
          <a:prstGeom prst="rect">
            <a:avLst/>
          </a:prstGeom>
        </p:spPr>
      </p:pic>
    </p:spTree>
    <p:extLst>
      <p:ext uri="{BB962C8B-B14F-4D97-AF65-F5344CB8AC3E}">
        <p14:creationId xmlns:p14="http://schemas.microsoft.com/office/powerpoint/2010/main" val="719770980"/>
      </p:ext>
    </p:extLst>
  </p:cSld>
  <p:clrMapOvr>
    <a:masterClrMapping/>
  </p:clrMapOvr>
  <p:transition spd="slow">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78900" y="68270"/>
            <a:ext cx="2937933" cy="6103937"/>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5100" y="68270"/>
            <a:ext cx="8610600" cy="610393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defTabSz="914377" fontAlgn="base">
              <a:spcBef>
                <a:spcPct val="0"/>
              </a:spcBef>
              <a:spcAft>
                <a:spcPct val="0"/>
              </a:spcAft>
            </a:pPr>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pPr defTabSz="914377" fontAlgn="base">
              <a:spcBef>
                <a:spcPct val="0"/>
              </a:spcBef>
              <a:spcAft>
                <a:spcPct val="0"/>
              </a:spcAft>
            </a:pPr>
            <a:fld id="{58A21856-27AF-4D70-8135-22471679316B}"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002477896"/>
      </p:ext>
    </p:extLst>
  </p:cSld>
  <p:clrMapOvr>
    <a:masterClrMapping/>
  </p:clrMapOvr>
  <p:transition spd="slow">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27A65FE3-EFCB-4EDD-8916-09428BE0C2CC}" type="slidenum">
              <a:rPr lang="en-US" altLang="en-US" smtClean="0"/>
              <a:pPr/>
              <a:t>‹#›</a:t>
            </a:fld>
            <a:endParaRPr lang="en-US" altLang="en-US"/>
          </a:p>
        </p:txBody>
      </p:sp>
      <p:sp>
        <p:nvSpPr>
          <p:cNvPr id="7" name="Rectangle 2">
            <a:extLst>
              <a:ext uri="{FF2B5EF4-FFF2-40B4-BE49-F238E27FC236}">
                <a16:creationId xmlns:a16="http://schemas.microsoft.com/office/drawing/2014/main" id="{8CD6D19E-B99D-7D4B-A1C9-CE3BB52C31D2}"/>
              </a:ext>
            </a:extLst>
          </p:cNvPr>
          <p:cNvSpPr>
            <a:spLocks noGrp="1" noChangeArrowheads="1"/>
          </p:cNvSpPr>
          <p:nvPr>
            <p:ph type="title"/>
          </p:nvPr>
        </p:nvSpPr>
        <p:spPr bwMode="auto">
          <a:xfrm>
            <a:off x="1471571" y="788517"/>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lvl1pPr>
              <a:defRPr sz="2800"/>
            </a:lvl1pPr>
          </a:lstStyle>
          <a:p>
            <a:pPr lvl="0"/>
            <a:r>
              <a:rPr lang="en-US" altLang="en-US" dirty="0"/>
              <a:t>Click to edit Master title style</a:t>
            </a:r>
          </a:p>
        </p:txBody>
      </p:sp>
      <p:pic>
        <p:nvPicPr>
          <p:cNvPr id="8" name="Picture 7">
            <a:extLst>
              <a:ext uri="{FF2B5EF4-FFF2-40B4-BE49-F238E27FC236}">
                <a16:creationId xmlns:a16="http://schemas.microsoft.com/office/drawing/2014/main" id="{7FFF382A-A09F-8445-81BA-CD76CBBCCE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3154" y="990600"/>
            <a:ext cx="441964" cy="441964"/>
          </a:xfrm>
          <a:prstGeom prst="rect">
            <a:avLst/>
          </a:prstGeom>
        </p:spPr>
      </p:pic>
      <p:sp>
        <p:nvSpPr>
          <p:cNvPr id="9" name="Content Placeholder 2">
            <a:extLst>
              <a:ext uri="{FF2B5EF4-FFF2-40B4-BE49-F238E27FC236}">
                <a16:creationId xmlns:a16="http://schemas.microsoft.com/office/drawing/2014/main" id="{C5E2778F-0051-8949-98AE-1BA9739D57F9}"/>
              </a:ext>
            </a:extLst>
          </p:cNvPr>
          <p:cNvSpPr>
            <a:spLocks noGrp="1"/>
          </p:cNvSpPr>
          <p:nvPr>
            <p:ph idx="1"/>
          </p:nvPr>
        </p:nvSpPr>
        <p:spPr>
          <a:xfrm>
            <a:off x="1493871" y="1679577"/>
            <a:ext cx="9791700" cy="3806825"/>
          </a:xfrm>
          <a:prstGeom prst="rect">
            <a:avLst/>
          </a:prstGeom>
        </p:spPr>
        <p:txBody>
          <a:bodyPr/>
          <a:lstStyle>
            <a:lvl1pPr marL="342891" indent="-342891">
              <a:buFontTx/>
              <a:buBlip>
                <a:blip r:embed="rId3"/>
              </a:buBlip>
              <a:defRPr sz="3200"/>
            </a:lvl1pPr>
            <a:lvl2pPr marL="742932" indent="-285744">
              <a:buFontTx/>
              <a:buBlip>
                <a:blip r:embed="rId4"/>
              </a:buBlip>
              <a:defRPr sz="2800"/>
            </a:lvl2pPr>
            <a:lvl3pPr marL="1142971" indent="-228594">
              <a:buFontTx/>
              <a:buBlip>
                <a:blip r:embed="rId4"/>
              </a:buBlip>
              <a:defRPr sz="2400"/>
            </a:lvl3pPr>
            <a:lvl4pPr marL="1600160" indent="-228594">
              <a:buFontTx/>
              <a:buBlip>
                <a:blip r:embed="rId4"/>
              </a:buBlip>
              <a:defRPr sz="2000"/>
            </a:lvl4pPr>
            <a:lvl5pPr marL="2057349" indent="-228594">
              <a:buFontTx/>
              <a:buBlip>
                <a:blip r:embed="rId4"/>
              </a:buBlip>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29730041"/>
      </p:ext>
    </p:extLst>
  </p:cSld>
  <p:clrMapOvr>
    <a:masterClrMapping/>
  </p:clrMapOvr>
  <p:transition spd="slow">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46E44-F37D-43F9-8A38-116A556C253B}" type="slidenum">
              <a:rPr lang="en-US" smtClean="0"/>
              <a:t>‹#›</a:t>
            </a:fld>
            <a:endParaRPr lang="en-US"/>
          </a:p>
        </p:txBody>
      </p:sp>
    </p:spTree>
    <p:extLst>
      <p:ext uri="{BB962C8B-B14F-4D97-AF65-F5344CB8AC3E}">
        <p14:creationId xmlns:p14="http://schemas.microsoft.com/office/powerpoint/2010/main" val="2883460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3.pn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image" Target="../media/image2.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2.xml"/><Relationship Id="rId5" Type="http://schemas.openxmlformats.org/officeDocument/2006/relationships/slideLayout" Target="../slideLayouts/slideLayout11.xml"/><Relationship Id="rId15" Type="http://schemas.openxmlformats.org/officeDocument/2006/relationships/image" Target="../media/image5.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4.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4.jp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image" Target="../media/image3.pn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3.xml"/><Relationship Id="rId5" Type="http://schemas.openxmlformats.org/officeDocument/2006/relationships/slideLayout" Target="../slideLayouts/slideLayout21.xml"/><Relationship Id="rId15" Type="http://schemas.openxmlformats.org/officeDocument/2006/relationships/image" Target="../media/image1.png"/><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5.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image" Target="../media/image3.png"/><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theme" Target="../theme/theme4.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image" Target="../media/image3.png"/><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image" Target="../media/image2.png"/><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theme" Target="../theme/theme5.xml"/><Relationship Id="rId5" Type="http://schemas.openxmlformats.org/officeDocument/2006/relationships/slideLayout" Target="../slideLayouts/slideLayout41.xml"/><Relationship Id="rId15" Type="http://schemas.openxmlformats.org/officeDocument/2006/relationships/image" Target="../media/image1.png"/><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5.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image" Target="../media/image5.png"/><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image" Target="../media/image2.png"/><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theme" Target="../theme/theme6.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image" Target="../media/image5.png"/><Relationship Id="rId5" Type="http://schemas.openxmlformats.org/officeDocument/2006/relationships/slideLayout" Target="../slideLayouts/slideLayout61.xml"/><Relationship Id="rId10" Type="http://schemas.openxmlformats.org/officeDocument/2006/relationships/image" Target="../media/image9.png"/><Relationship Id="rId4" Type="http://schemas.openxmlformats.org/officeDocument/2006/relationships/slideLayout" Target="../slideLayouts/slideLayout60.xml"/><Relationship Id="rId9"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5" Type="http://schemas.openxmlformats.org/officeDocument/2006/relationships/slideLayout" Target="../slideLayouts/slideLayout69.xml"/><Relationship Id="rId10" Type="http://schemas.openxmlformats.org/officeDocument/2006/relationships/image" Target="../media/image10.png"/><Relationship Id="rId4" Type="http://schemas.openxmlformats.org/officeDocument/2006/relationships/slideLayout" Target="../slideLayouts/slideLayout68.xml"/><Relationship Id="rId9"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8">
            <a:extLst>
              <a:ext uri="{28A0092B-C50C-407E-A947-70E740481C1C}">
                <a14:useLocalDpi xmlns:a14="http://schemas.microsoft.com/office/drawing/2010/main" val="0"/>
              </a:ext>
            </a:extLst>
          </a:blip>
          <a:srcRect/>
          <a:stretch/>
        </p:blipFill>
        <p:spPr>
          <a:xfrm>
            <a:off x="-24157" y="6333664"/>
            <a:ext cx="12265717" cy="524336"/>
          </a:xfrm>
          <a:prstGeom prst="rect">
            <a:avLst/>
          </a:prstGeom>
        </p:spPr>
      </p:pic>
      <p:sp>
        <p:nvSpPr>
          <p:cNvPr id="74754" name="Rectangle 2"/>
          <p:cNvSpPr>
            <a:spLocks noGrp="1" noChangeArrowheads="1"/>
          </p:cNvSpPr>
          <p:nvPr>
            <p:ph type="title"/>
          </p:nvPr>
        </p:nvSpPr>
        <p:spPr bwMode="auto">
          <a:xfrm>
            <a:off x="165103" y="68268"/>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p>
            <a:pPr lvl="0"/>
            <a:r>
              <a:rPr lang="en-US" altLang="en-US"/>
              <a:t>Click to edit Master title style</a:t>
            </a:r>
          </a:p>
        </p:txBody>
      </p:sp>
      <p:sp>
        <p:nvSpPr>
          <p:cNvPr id="74755" name="Rectangle 3"/>
          <p:cNvSpPr>
            <a:spLocks noGrp="1" noChangeArrowheads="1"/>
          </p:cNvSpPr>
          <p:nvPr>
            <p:ph type="body" idx="1"/>
          </p:nvPr>
        </p:nvSpPr>
        <p:spPr bwMode="auto">
          <a:xfrm>
            <a:off x="203205" y="1143000"/>
            <a:ext cx="11713633" cy="5029200"/>
          </a:xfrm>
          <a:prstGeom prst="rect">
            <a:avLst/>
          </a:prstGeom>
          <a:noFill/>
          <a:ln>
            <a:noFill/>
          </a:ln>
          <a:effectLst/>
        </p:spPr>
        <p:txBody>
          <a:bodyPr vert="horz" wrap="square" lIns="91436" tIns="45718" rIns="91436"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74756" name="Rectangle 4"/>
          <p:cNvSpPr>
            <a:spLocks noGrp="1" noChangeArrowheads="1"/>
          </p:cNvSpPr>
          <p:nvPr>
            <p:ph type="dt" sz="half" idx="2"/>
          </p:nvPr>
        </p:nvSpPr>
        <p:spPr bwMode="auto">
          <a:xfrm>
            <a:off x="205317"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eaLnBrk="0" hangingPunct="0">
              <a:defRPr sz="1300"/>
            </a:lvl1pPr>
          </a:lstStyle>
          <a:p>
            <a:pPr defTabSz="914377" fontAlgn="base">
              <a:spcBef>
                <a:spcPct val="0"/>
              </a:spcBef>
              <a:spcAft>
                <a:spcPct val="0"/>
              </a:spcAft>
            </a:pPr>
            <a:endParaRPr lang="en-US" altLang="en-US" dirty="0">
              <a:solidFill>
                <a:srgbClr val="000000"/>
              </a:solidFill>
            </a:endParaRPr>
          </a:p>
        </p:txBody>
      </p:sp>
      <p:sp>
        <p:nvSpPr>
          <p:cNvPr id="74757" name="Rectangle 5"/>
          <p:cNvSpPr>
            <a:spLocks noGrp="1" noChangeArrowheads="1"/>
          </p:cNvSpPr>
          <p:nvPr>
            <p:ph type="ftr" sz="quarter" idx="3"/>
          </p:nvPr>
        </p:nvSpPr>
        <p:spPr bwMode="auto">
          <a:xfrm>
            <a:off x="4210052" y="6324600"/>
            <a:ext cx="385868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ctr" eaLnBrk="0" hangingPunct="0">
              <a:defRPr sz="1300"/>
            </a:lvl1pPr>
          </a:lstStyle>
          <a:p>
            <a:pPr defTabSz="914377" fontAlgn="base">
              <a:spcBef>
                <a:spcPct val="0"/>
              </a:spcBef>
              <a:spcAft>
                <a:spcPct val="0"/>
              </a:spcAft>
            </a:pPr>
            <a:endParaRPr lang="en-US" altLang="en-US">
              <a:solidFill>
                <a:srgbClr val="000000"/>
              </a:solidFill>
            </a:endParaRPr>
          </a:p>
        </p:txBody>
      </p:sp>
      <p:sp>
        <p:nvSpPr>
          <p:cNvPr id="74758" name="Rectangle 6"/>
          <p:cNvSpPr>
            <a:spLocks noGrp="1" noChangeArrowheads="1"/>
          </p:cNvSpPr>
          <p:nvPr>
            <p:ph type="sldNum" sz="quarter" idx="4"/>
          </p:nvPr>
        </p:nvSpPr>
        <p:spPr bwMode="auto">
          <a:xfrm>
            <a:off x="9427633" y="6297613"/>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r" eaLnBrk="0" hangingPunct="0">
              <a:defRPr sz="1300"/>
            </a:lvl1pPr>
          </a:lstStyle>
          <a:p>
            <a:pPr defTabSz="914377" fontAlgn="base">
              <a:spcBef>
                <a:spcPct val="0"/>
              </a:spcBef>
              <a:spcAft>
                <a:spcPct val="0"/>
              </a:spcAft>
            </a:pPr>
            <a:fld id="{B1FE28B5-CB33-4198-B76D-2029C60F2AF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2120518828"/>
      </p:ext>
    </p:extLst>
  </p:cSld>
  <p:clrMap bg1="lt1" tx1="dk1" bg2="lt2" tx2="dk2" accent1="accent1" accent2="accent2" accent3="accent3" accent4="accent4" accent5="accent5" accent6="accent6" hlink="hlink" folHlink="folHlink"/>
  <p:sldLayoutIdLst>
    <p:sldLayoutId id="2147483730" r:id="rId1"/>
    <p:sldLayoutId id="2147483756" r:id="rId2"/>
    <p:sldLayoutId id="2147483757" r:id="rId3"/>
    <p:sldLayoutId id="2147483758" r:id="rId4"/>
    <p:sldLayoutId id="2147483759" r:id="rId5"/>
    <p:sldLayoutId id="2147483760" r:id="rId6"/>
  </p:sldLayoutIdLst>
  <p:transition spd="slow">
    <p:fade/>
  </p:transition>
  <p:hf hdr="0" ftr="0" dt="0"/>
  <p:txStyles>
    <p:titleStyle>
      <a:lvl1pPr algn="l" rtl="0" fontAlgn="base">
        <a:spcBef>
          <a:spcPct val="0"/>
        </a:spcBef>
        <a:spcAft>
          <a:spcPct val="0"/>
        </a:spcAft>
        <a:defRPr sz="3600" b="1" kern="1200">
          <a:solidFill>
            <a:schemeClr val="tx2"/>
          </a:solidFill>
          <a:latin typeface="+mj-lt"/>
          <a:ea typeface="+mj-ea"/>
          <a:cs typeface="+mj-cs"/>
        </a:defRPr>
      </a:lvl1pPr>
      <a:lvl2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2pPr>
      <a:lvl3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3pPr>
      <a:lvl4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4pPr>
      <a:lvl5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5pPr>
      <a:lvl6pPr marL="457189"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6pPr>
      <a:lvl7pPr marL="914377"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7pPr>
      <a:lvl8pPr marL="1371566"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8pPr>
      <a:lvl9pPr marL="1828754"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9pPr>
    </p:titleStyle>
    <p:bodyStyle>
      <a:lvl1pPr marL="342891" indent="-342891" algn="l" rtl="0" fontAlgn="base">
        <a:spcBef>
          <a:spcPct val="20000"/>
        </a:spcBef>
        <a:spcAft>
          <a:spcPct val="0"/>
        </a:spcAft>
        <a:buChar char="•"/>
        <a:defRPr sz="2900" kern="1200">
          <a:solidFill>
            <a:schemeClr val="tx1"/>
          </a:solidFill>
          <a:latin typeface="+mn-lt"/>
          <a:ea typeface="+mn-ea"/>
          <a:cs typeface="+mn-cs"/>
        </a:defRPr>
      </a:lvl1pPr>
      <a:lvl2pPr marL="742932" indent="-285744" algn="l" rtl="0" fontAlgn="base">
        <a:spcBef>
          <a:spcPct val="20000"/>
        </a:spcBef>
        <a:spcAft>
          <a:spcPct val="0"/>
        </a:spcAft>
        <a:buChar char="–"/>
        <a:defRPr sz="2500" kern="1200">
          <a:solidFill>
            <a:schemeClr val="tx1"/>
          </a:solidFill>
          <a:latin typeface="+mn-lt"/>
          <a:ea typeface="+mn-ea"/>
          <a:cs typeface="+mn-cs"/>
        </a:defRPr>
      </a:lvl2pPr>
      <a:lvl3pPr marL="1142971" indent="-228594" algn="l" rtl="0" fontAlgn="base">
        <a:spcBef>
          <a:spcPct val="20000"/>
        </a:spcBef>
        <a:spcAft>
          <a:spcPct val="0"/>
        </a:spcAft>
        <a:buChar char="•"/>
        <a:defRPr sz="2200" kern="1200">
          <a:solidFill>
            <a:schemeClr val="tx1"/>
          </a:solidFill>
          <a:latin typeface="+mn-lt"/>
          <a:ea typeface="+mn-ea"/>
          <a:cs typeface="+mn-cs"/>
        </a:defRPr>
      </a:lvl3pPr>
      <a:lvl4pPr marL="1600160" indent="-228594" algn="l" rtl="0" fontAlgn="base">
        <a:spcBef>
          <a:spcPct val="20000"/>
        </a:spcBef>
        <a:spcAft>
          <a:spcPct val="0"/>
        </a:spcAft>
        <a:buChar char="–"/>
        <a:defRPr kern="1200">
          <a:solidFill>
            <a:schemeClr val="tx1"/>
          </a:solidFill>
          <a:latin typeface="+mn-lt"/>
          <a:ea typeface="+mn-ea"/>
          <a:cs typeface="+mn-cs"/>
        </a:defRPr>
      </a:lvl4pPr>
      <a:lvl5pPr marL="2057349" indent="-228594" algn="l" rtl="0" fontAlgn="base">
        <a:spcBef>
          <a:spcPct val="20000"/>
        </a:spcBef>
        <a:spcAft>
          <a:spcPct val="0"/>
        </a:spcAft>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F6BA083-F672-B049-9607-651CC79D8995}"/>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0800000">
            <a:off x="0" y="-1917843"/>
            <a:ext cx="12265520" cy="8775843"/>
          </a:xfrm>
          <a:prstGeom prst="rect">
            <a:avLst/>
          </a:prstGeom>
        </p:spPr>
      </p:pic>
      <p:sp>
        <p:nvSpPr>
          <p:cNvPr id="74754" name="Rectangle 2"/>
          <p:cNvSpPr>
            <a:spLocks noGrp="1" noChangeArrowheads="1"/>
          </p:cNvSpPr>
          <p:nvPr>
            <p:ph type="title"/>
          </p:nvPr>
        </p:nvSpPr>
        <p:spPr bwMode="auto">
          <a:xfrm>
            <a:off x="165103" y="68268"/>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p>
            <a:pPr lvl="0"/>
            <a:r>
              <a:rPr lang="en-US" altLang="en-US"/>
              <a:t>Click to edit Master title style</a:t>
            </a:r>
          </a:p>
        </p:txBody>
      </p:sp>
      <p:sp>
        <p:nvSpPr>
          <p:cNvPr id="74755" name="Rectangle 3"/>
          <p:cNvSpPr>
            <a:spLocks noGrp="1" noChangeArrowheads="1"/>
          </p:cNvSpPr>
          <p:nvPr>
            <p:ph type="body" idx="1"/>
          </p:nvPr>
        </p:nvSpPr>
        <p:spPr bwMode="auto">
          <a:xfrm>
            <a:off x="203205" y="1143000"/>
            <a:ext cx="11713633" cy="5029200"/>
          </a:xfrm>
          <a:prstGeom prst="rect">
            <a:avLst/>
          </a:prstGeom>
          <a:noFill/>
          <a:ln>
            <a:noFill/>
          </a:ln>
          <a:effectLst/>
        </p:spPr>
        <p:txBody>
          <a:bodyPr vert="horz" wrap="square" lIns="91436" tIns="45718" rIns="91436"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pic>
        <p:nvPicPr>
          <p:cNvPr id="3" name="图片 2">
            <a:extLst>
              <a:ext uri="{FF2B5EF4-FFF2-40B4-BE49-F238E27FC236}">
                <a16:creationId xmlns:a16="http://schemas.microsoft.com/office/drawing/2014/main" id="{97FA33E6-A67C-E0F7-A985-2B1E435FB9FB}"/>
              </a:ext>
            </a:extLst>
          </p:cNvPr>
          <p:cNvPicPr>
            <a:picLocks noChangeAspect="1"/>
          </p:cNvPicPr>
          <p:nvPr userDrawn="1"/>
        </p:nvPicPr>
        <p:blipFill>
          <a:blip r:embed="rId13"/>
          <a:stretch>
            <a:fillRect/>
          </a:stretch>
        </p:blipFill>
        <p:spPr>
          <a:xfrm>
            <a:off x="0" y="4876801"/>
            <a:ext cx="12192000" cy="1981200"/>
          </a:xfrm>
          <a:prstGeom prst="rect">
            <a:avLst/>
          </a:prstGeom>
        </p:spPr>
      </p:pic>
      <p:sp>
        <p:nvSpPr>
          <p:cNvPr id="74756" name="Rectangle 4"/>
          <p:cNvSpPr>
            <a:spLocks noGrp="1" noChangeArrowheads="1"/>
          </p:cNvSpPr>
          <p:nvPr>
            <p:ph type="dt" sz="half" idx="2"/>
          </p:nvPr>
        </p:nvSpPr>
        <p:spPr bwMode="auto">
          <a:xfrm>
            <a:off x="205317" y="6580187"/>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eaLnBrk="0" hangingPunct="0">
              <a:defRPr sz="1300"/>
            </a:lvl1pPr>
          </a:lstStyle>
          <a:p>
            <a:pPr defTabSz="914377" fontAlgn="base">
              <a:spcBef>
                <a:spcPct val="0"/>
              </a:spcBef>
              <a:spcAft>
                <a:spcPct val="0"/>
              </a:spcAft>
            </a:pPr>
            <a:endParaRPr lang="en-US" altLang="en-US" dirty="0">
              <a:solidFill>
                <a:srgbClr val="000000"/>
              </a:solidFill>
            </a:endParaRPr>
          </a:p>
        </p:txBody>
      </p:sp>
      <p:sp>
        <p:nvSpPr>
          <p:cNvPr id="74757" name="Rectangle 5"/>
          <p:cNvSpPr>
            <a:spLocks noGrp="1" noChangeArrowheads="1"/>
          </p:cNvSpPr>
          <p:nvPr>
            <p:ph type="ftr" sz="quarter" idx="3"/>
          </p:nvPr>
        </p:nvSpPr>
        <p:spPr bwMode="auto">
          <a:xfrm>
            <a:off x="4210052" y="6580187"/>
            <a:ext cx="385868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ctr" eaLnBrk="0" hangingPunct="0">
              <a:defRPr sz="1300"/>
            </a:lvl1pPr>
          </a:lstStyle>
          <a:p>
            <a:pPr defTabSz="914377" fontAlgn="base">
              <a:spcBef>
                <a:spcPct val="0"/>
              </a:spcBef>
              <a:spcAft>
                <a:spcPct val="0"/>
              </a:spcAft>
            </a:pPr>
            <a:endParaRPr lang="en-US" altLang="en-US">
              <a:solidFill>
                <a:srgbClr val="000000"/>
              </a:solidFill>
            </a:endParaRPr>
          </a:p>
        </p:txBody>
      </p:sp>
      <p:sp>
        <p:nvSpPr>
          <p:cNvPr id="74758" name="Rectangle 6"/>
          <p:cNvSpPr>
            <a:spLocks noGrp="1" noChangeArrowheads="1"/>
          </p:cNvSpPr>
          <p:nvPr>
            <p:ph type="sldNum" sz="quarter" idx="4"/>
          </p:nvPr>
        </p:nvSpPr>
        <p:spPr bwMode="auto">
          <a:xfrm>
            <a:off x="9427633" y="65532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r" eaLnBrk="0" hangingPunct="0">
              <a:defRPr sz="1300"/>
            </a:lvl1pPr>
          </a:lstStyle>
          <a:p>
            <a:pPr defTabSz="914377" fontAlgn="base">
              <a:spcBef>
                <a:spcPct val="0"/>
              </a:spcBef>
              <a:spcAft>
                <a:spcPct val="0"/>
              </a:spcAft>
            </a:pPr>
            <a:fld id="{B1FE28B5-CB33-4198-B76D-2029C60F2AF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pic>
        <p:nvPicPr>
          <p:cNvPr id="5" name="图片 4">
            <a:extLst>
              <a:ext uri="{FF2B5EF4-FFF2-40B4-BE49-F238E27FC236}">
                <a16:creationId xmlns:a16="http://schemas.microsoft.com/office/drawing/2014/main" id="{417688DD-5BE3-6021-9628-0552E1D8565B}"/>
              </a:ext>
            </a:extLst>
          </p:cNvPr>
          <p:cNvPicPr>
            <a:picLocks noChangeAspect="1"/>
          </p:cNvPicPr>
          <p:nvPr userDrawn="1"/>
        </p:nvPicPr>
        <p:blipFill>
          <a:blip r:embed="rId14">
            <a:alphaModFix amt="20000"/>
            <a:extLst>
              <a:ext uri="{28A0092B-C50C-407E-A947-70E740481C1C}">
                <a14:useLocalDpi xmlns:a14="http://schemas.microsoft.com/office/drawing/2010/main" val="0"/>
              </a:ext>
            </a:extLst>
          </a:blip>
          <a:stretch>
            <a:fillRect/>
          </a:stretch>
        </p:blipFill>
        <p:spPr>
          <a:xfrm>
            <a:off x="0" y="0"/>
            <a:ext cx="8915400" cy="6343651"/>
          </a:xfrm>
          <a:prstGeom prst="rect">
            <a:avLst/>
          </a:prstGeom>
        </p:spPr>
      </p:pic>
      <p:pic>
        <p:nvPicPr>
          <p:cNvPr id="12" name="Picture 11">
            <a:extLst>
              <a:ext uri="{FF2B5EF4-FFF2-40B4-BE49-F238E27FC236}">
                <a16:creationId xmlns:a16="http://schemas.microsoft.com/office/drawing/2014/main" id="{9967A325-D9D3-1B43-BBC8-4847D59F4675}"/>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7739103" y="-22302"/>
            <a:ext cx="4994199" cy="1348638"/>
          </a:xfrm>
          <a:prstGeom prst="rect">
            <a:avLst/>
          </a:prstGeom>
        </p:spPr>
      </p:pic>
    </p:spTree>
    <p:extLst>
      <p:ext uri="{BB962C8B-B14F-4D97-AF65-F5344CB8AC3E}">
        <p14:creationId xmlns:p14="http://schemas.microsoft.com/office/powerpoint/2010/main" val="257170316"/>
      </p:ext>
    </p:extLst>
  </p:cSld>
  <p:clrMap bg1="lt1" tx1="dk1" bg2="lt2" tx2="dk2" accent1="accent1" accent2="accent2" accent3="accent3" accent4="accent4" accent5="accent5" accent6="accent6" hlink="hlink" folHlink="folHlink"/>
  <p:sldLayoutIdLst>
    <p:sldLayoutId id="2147483764" r:id="rId1"/>
    <p:sldLayoutId id="2147483791" r:id="rId2"/>
    <p:sldLayoutId id="2147483765" r:id="rId3"/>
    <p:sldLayoutId id="2147483766" r:id="rId4"/>
    <p:sldLayoutId id="2147483767" r:id="rId5"/>
    <p:sldLayoutId id="2147483768" r:id="rId6"/>
    <p:sldLayoutId id="2147483769" r:id="rId7"/>
    <p:sldLayoutId id="2147483770" r:id="rId8"/>
    <p:sldLayoutId id="2147483771" r:id="rId9"/>
    <p:sldLayoutId id="2147483790" r:id="rId10"/>
  </p:sldLayoutIdLst>
  <p:transition spd="slow">
    <p:fade/>
  </p:transition>
  <p:hf hdr="0" ftr="0" dt="0"/>
  <p:txStyles>
    <p:titleStyle>
      <a:lvl1pPr algn="l" rtl="0" fontAlgn="base">
        <a:spcBef>
          <a:spcPct val="0"/>
        </a:spcBef>
        <a:spcAft>
          <a:spcPct val="0"/>
        </a:spcAft>
        <a:defRPr sz="3600" b="1" kern="1200">
          <a:solidFill>
            <a:schemeClr val="tx2"/>
          </a:solidFill>
          <a:latin typeface="+mj-lt"/>
          <a:ea typeface="+mj-ea"/>
          <a:cs typeface="+mj-cs"/>
        </a:defRPr>
      </a:lvl1pPr>
      <a:lvl2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2pPr>
      <a:lvl3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3pPr>
      <a:lvl4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4pPr>
      <a:lvl5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5pPr>
      <a:lvl6pPr marL="457189"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6pPr>
      <a:lvl7pPr marL="914377"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7pPr>
      <a:lvl8pPr marL="1371566"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8pPr>
      <a:lvl9pPr marL="1828754"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9pPr>
    </p:titleStyle>
    <p:bodyStyle>
      <a:lvl1pPr marL="342891" indent="-342891" algn="l" rtl="0" fontAlgn="base">
        <a:spcBef>
          <a:spcPct val="20000"/>
        </a:spcBef>
        <a:spcAft>
          <a:spcPct val="0"/>
        </a:spcAft>
        <a:buChar char="•"/>
        <a:defRPr sz="2900" kern="1200">
          <a:solidFill>
            <a:schemeClr val="tx1"/>
          </a:solidFill>
          <a:latin typeface="+mn-lt"/>
          <a:ea typeface="+mn-ea"/>
          <a:cs typeface="+mn-cs"/>
        </a:defRPr>
      </a:lvl1pPr>
      <a:lvl2pPr marL="742932" indent="-285744" algn="l" rtl="0" fontAlgn="base">
        <a:spcBef>
          <a:spcPct val="20000"/>
        </a:spcBef>
        <a:spcAft>
          <a:spcPct val="0"/>
        </a:spcAft>
        <a:buChar char="–"/>
        <a:defRPr sz="2500" kern="1200">
          <a:solidFill>
            <a:schemeClr val="tx1"/>
          </a:solidFill>
          <a:latin typeface="+mn-lt"/>
          <a:ea typeface="+mn-ea"/>
          <a:cs typeface="+mn-cs"/>
        </a:defRPr>
      </a:lvl2pPr>
      <a:lvl3pPr marL="1142971" indent="-228594" algn="l" rtl="0" fontAlgn="base">
        <a:spcBef>
          <a:spcPct val="20000"/>
        </a:spcBef>
        <a:spcAft>
          <a:spcPct val="0"/>
        </a:spcAft>
        <a:buChar char="•"/>
        <a:defRPr sz="2200" kern="1200">
          <a:solidFill>
            <a:schemeClr val="tx1"/>
          </a:solidFill>
          <a:latin typeface="+mn-lt"/>
          <a:ea typeface="+mn-ea"/>
          <a:cs typeface="+mn-cs"/>
        </a:defRPr>
      </a:lvl3pPr>
      <a:lvl4pPr marL="1600160" indent="-228594" algn="l" rtl="0" fontAlgn="base">
        <a:spcBef>
          <a:spcPct val="20000"/>
        </a:spcBef>
        <a:spcAft>
          <a:spcPct val="0"/>
        </a:spcAft>
        <a:buChar char="–"/>
        <a:defRPr kern="1200">
          <a:solidFill>
            <a:schemeClr val="tx1"/>
          </a:solidFill>
          <a:latin typeface="+mn-lt"/>
          <a:ea typeface="+mn-ea"/>
          <a:cs typeface="+mn-cs"/>
        </a:defRPr>
      </a:lvl4pPr>
      <a:lvl5pPr marL="2057349" indent="-228594" algn="l" rtl="0" fontAlgn="base">
        <a:spcBef>
          <a:spcPct val="20000"/>
        </a:spcBef>
        <a:spcAft>
          <a:spcPct val="0"/>
        </a:spcAft>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bwMode="auto">
          <a:xfrm>
            <a:off x="165103" y="68268"/>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p>
            <a:pPr lvl="0"/>
            <a:r>
              <a:rPr lang="en-US" altLang="en-US"/>
              <a:t>Click to edit Master title style</a:t>
            </a:r>
          </a:p>
        </p:txBody>
      </p:sp>
      <p:sp>
        <p:nvSpPr>
          <p:cNvPr id="74755" name="Rectangle 3"/>
          <p:cNvSpPr>
            <a:spLocks noGrp="1" noChangeArrowheads="1"/>
          </p:cNvSpPr>
          <p:nvPr>
            <p:ph type="body" idx="1"/>
          </p:nvPr>
        </p:nvSpPr>
        <p:spPr bwMode="auto">
          <a:xfrm>
            <a:off x="203205" y="1143000"/>
            <a:ext cx="11713633" cy="5029200"/>
          </a:xfrm>
          <a:prstGeom prst="rect">
            <a:avLst/>
          </a:prstGeom>
          <a:noFill/>
          <a:ln>
            <a:noFill/>
          </a:ln>
          <a:effectLst/>
        </p:spPr>
        <p:txBody>
          <a:bodyPr vert="horz" wrap="square" lIns="91436" tIns="45718" rIns="91436"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pic>
        <p:nvPicPr>
          <p:cNvPr id="3" name="图片 2">
            <a:extLst>
              <a:ext uri="{FF2B5EF4-FFF2-40B4-BE49-F238E27FC236}">
                <a16:creationId xmlns:a16="http://schemas.microsoft.com/office/drawing/2014/main" id="{97FA33E6-A67C-E0F7-A985-2B1E435FB9FB}"/>
              </a:ext>
            </a:extLst>
          </p:cNvPr>
          <p:cNvPicPr>
            <a:picLocks noChangeAspect="1"/>
          </p:cNvPicPr>
          <p:nvPr userDrawn="1"/>
        </p:nvPicPr>
        <p:blipFill>
          <a:blip r:embed="rId12"/>
          <a:stretch>
            <a:fillRect/>
          </a:stretch>
        </p:blipFill>
        <p:spPr>
          <a:xfrm>
            <a:off x="0" y="4876801"/>
            <a:ext cx="12192000" cy="1981200"/>
          </a:xfrm>
          <a:prstGeom prst="rect">
            <a:avLst/>
          </a:prstGeom>
        </p:spPr>
      </p:pic>
      <p:sp>
        <p:nvSpPr>
          <p:cNvPr id="74756" name="Rectangle 4"/>
          <p:cNvSpPr>
            <a:spLocks noGrp="1" noChangeArrowheads="1"/>
          </p:cNvSpPr>
          <p:nvPr>
            <p:ph type="dt" sz="half" idx="2"/>
          </p:nvPr>
        </p:nvSpPr>
        <p:spPr bwMode="auto">
          <a:xfrm>
            <a:off x="205317" y="6580187"/>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eaLnBrk="0" hangingPunct="0">
              <a:defRPr sz="1300"/>
            </a:lvl1pPr>
          </a:lstStyle>
          <a:p>
            <a:pPr defTabSz="914377" fontAlgn="base">
              <a:spcBef>
                <a:spcPct val="0"/>
              </a:spcBef>
              <a:spcAft>
                <a:spcPct val="0"/>
              </a:spcAft>
            </a:pPr>
            <a:endParaRPr lang="en-US" altLang="en-US" dirty="0">
              <a:solidFill>
                <a:srgbClr val="000000"/>
              </a:solidFill>
            </a:endParaRPr>
          </a:p>
        </p:txBody>
      </p:sp>
      <p:sp>
        <p:nvSpPr>
          <p:cNvPr id="74757" name="Rectangle 5"/>
          <p:cNvSpPr>
            <a:spLocks noGrp="1" noChangeArrowheads="1"/>
          </p:cNvSpPr>
          <p:nvPr>
            <p:ph type="ftr" sz="quarter" idx="3"/>
          </p:nvPr>
        </p:nvSpPr>
        <p:spPr bwMode="auto">
          <a:xfrm>
            <a:off x="4210052" y="6580187"/>
            <a:ext cx="385868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ctr" eaLnBrk="0" hangingPunct="0">
              <a:defRPr sz="1300"/>
            </a:lvl1pPr>
          </a:lstStyle>
          <a:p>
            <a:pPr defTabSz="914377" fontAlgn="base">
              <a:spcBef>
                <a:spcPct val="0"/>
              </a:spcBef>
              <a:spcAft>
                <a:spcPct val="0"/>
              </a:spcAft>
            </a:pPr>
            <a:endParaRPr lang="en-US" altLang="en-US">
              <a:solidFill>
                <a:srgbClr val="000000"/>
              </a:solidFill>
            </a:endParaRPr>
          </a:p>
        </p:txBody>
      </p:sp>
      <p:sp>
        <p:nvSpPr>
          <p:cNvPr id="74758" name="Rectangle 6"/>
          <p:cNvSpPr>
            <a:spLocks noGrp="1" noChangeArrowheads="1"/>
          </p:cNvSpPr>
          <p:nvPr>
            <p:ph type="sldNum" sz="quarter" idx="4"/>
          </p:nvPr>
        </p:nvSpPr>
        <p:spPr bwMode="auto">
          <a:xfrm>
            <a:off x="9427633" y="65532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r" eaLnBrk="0" hangingPunct="0">
              <a:defRPr sz="1300"/>
            </a:lvl1pPr>
          </a:lstStyle>
          <a:p>
            <a:pPr defTabSz="914377" fontAlgn="base">
              <a:spcBef>
                <a:spcPct val="0"/>
              </a:spcBef>
              <a:spcAft>
                <a:spcPct val="0"/>
              </a:spcAft>
            </a:pPr>
            <a:fld id="{B1FE28B5-CB33-4198-B76D-2029C60F2AF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pic>
        <p:nvPicPr>
          <p:cNvPr id="4" name="图片 3">
            <a:extLst>
              <a:ext uri="{FF2B5EF4-FFF2-40B4-BE49-F238E27FC236}">
                <a16:creationId xmlns:a16="http://schemas.microsoft.com/office/drawing/2014/main" id="{8B393F2E-D9AE-668A-4326-986B8772FF28}"/>
              </a:ext>
            </a:extLst>
          </p:cNvPr>
          <p:cNvPicPr>
            <a:picLocks noChangeAspect="1"/>
          </p:cNvPicPr>
          <p:nvPr userDrawn="1"/>
        </p:nvPicPr>
        <p:blipFill>
          <a:blip r:embed="rId13">
            <a:alphaModFix amt="20000"/>
            <a:extLst>
              <a:ext uri="{28A0092B-C50C-407E-A947-70E740481C1C}">
                <a14:useLocalDpi xmlns:a14="http://schemas.microsoft.com/office/drawing/2010/main" val="0"/>
              </a:ext>
            </a:extLst>
          </a:blip>
          <a:stretch>
            <a:fillRect/>
          </a:stretch>
        </p:blipFill>
        <p:spPr>
          <a:xfrm>
            <a:off x="-76200" y="-26784"/>
            <a:ext cx="12317760" cy="6427585"/>
          </a:xfrm>
          <a:prstGeom prst="rect">
            <a:avLst/>
          </a:prstGeom>
        </p:spPr>
      </p:pic>
      <p:pic>
        <p:nvPicPr>
          <p:cNvPr id="12" name="Picture 11">
            <a:extLst>
              <a:ext uri="{FF2B5EF4-FFF2-40B4-BE49-F238E27FC236}">
                <a16:creationId xmlns:a16="http://schemas.microsoft.com/office/drawing/2014/main" id="{9967A325-D9D3-1B43-BBC8-4847D59F4675}"/>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39103" y="-22302"/>
            <a:ext cx="4994199" cy="1348638"/>
          </a:xfrm>
          <a:prstGeom prst="rect">
            <a:avLst/>
          </a:prstGeom>
        </p:spPr>
      </p:pic>
      <p:pic>
        <p:nvPicPr>
          <p:cNvPr id="2" name="Picture 1">
            <a:extLst>
              <a:ext uri="{FF2B5EF4-FFF2-40B4-BE49-F238E27FC236}">
                <a16:creationId xmlns:a16="http://schemas.microsoft.com/office/drawing/2014/main" id="{73005DEB-2EB7-6E7E-DE4D-FF3FC2E41902}"/>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p:blipFill>
        <p:spPr>
          <a:xfrm>
            <a:off x="-24157" y="6351586"/>
            <a:ext cx="12265717" cy="524336"/>
          </a:xfrm>
          <a:prstGeom prst="rect">
            <a:avLst/>
          </a:prstGeom>
        </p:spPr>
      </p:pic>
    </p:spTree>
    <p:extLst>
      <p:ext uri="{BB962C8B-B14F-4D97-AF65-F5344CB8AC3E}">
        <p14:creationId xmlns:p14="http://schemas.microsoft.com/office/powerpoint/2010/main" val="4136324297"/>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Lst>
  <p:transition spd="slow">
    <p:fade/>
  </p:transition>
  <p:hf hdr="0" ftr="0" dt="0"/>
  <p:txStyles>
    <p:titleStyle>
      <a:lvl1pPr algn="l" rtl="0" fontAlgn="base">
        <a:spcBef>
          <a:spcPct val="0"/>
        </a:spcBef>
        <a:spcAft>
          <a:spcPct val="0"/>
        </a:spcAft>
        <a:defRPr sz="3600" b="1" kern="1200">
          <a:solidFill>
            <a:schemeClr val="tx2"/>
          </a:solidFill>
          <a:latin typeface="+mj-lt"/>
          <a:ea typeface="+mj-ea"/>
          <a:cs typeface="+mj-cs"/>
        </a:defRPr>
      </a:lvl1pPr>
      <a:lvl2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2pPr>
      <a:lvl3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3pPr>
      <a:lvl4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4pPr>
      <a:lvl5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5pPr>
      <a:lvl6pPr marL="457189"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6pPr>
      <a:lvl7pPr marL="914377"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7pPr>
      <a:lvl8pPr marL="1371566"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8pPr>
      <a:lvl9pPr marL="1828754"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9pPr>
    </p:titleStyle>
    <p:bodyStyle>
      <a:lvl1pPr marL="342891" indent="-342891" algn="l" rtl="0" fontAlgn="base">
        <a:spcBef>
          <a:spcPct val="20000"/>
        </a:spcBef>
        <a:spcAft>
          <a:spcPct val="0"/>
        </a:spcAft>
        <a:buChar char="•"/>
        <a:defRPr sz="2900" kern="1200">
          <a:solidFill>
            <a:schemeClr val="tx1"/>
          </a:solidFill>
          <a:latin typeface="+mn-lt"/>
          <a:ea typeface="+mn-ea"/>
          <a:cs typeface="+mn-cs"/>
        </a:defRPr>
      </a:lvl1pPr>
      <a:lvl2pPr marL="742932" indent="-285744" algn="l" rtl="0" fontAlgn="base">
        <a:spcBef>
          <a:spcPct val="20000"/>
        </a:spcBef>
        <a:spcAft>
          <a:spcPct val="0"/>
        </a:spcAft>
        <a:buChar char="–"/>
        <a:defRPr sz="2500" kern="1200">
          <a:solidFill>
            <a:schemeClr val="tx1"/>
          </a:solidFill>
          <a:latin typeface="+mn-lt"/>
          <a:ea typeface="+mn-ea"/>
          <a:cs typeface="+mn-cs"/>
        </a:defRPr>
      </a:lvl2pPr>
      <a:lvl3pPr marL="1142971" indent="-228594" algn="l" rtl="0" fontAlgn="base">
        <a:spcBef>
          <a:spcPct val="20000"/>
        </a:spcBef>
        <a:spcAft>
          <a:spcPct val="0"/>
        </a:spcAft>
        <a:buChar char="•"/>
        <a:defRPr sz="2200" kern="1200">
          <a:solidFill>
            <a:schemeClr val="tx1"/>
          </a:solidFill>
          <a:latin typeface="+mn-lt"/>
          <a:ea typeface="+mn-ea"/>
          <a:cs typeface="+mn-cs"/>
        </a:defRPr>
      </a:lvl3pPr>
      <a:lvl4pPr marL="1600160" indent="-228594" algn="l" rtl="0" fontAlgn="base">
        <a:spcBef>
          <a:spcPct val="20000"/>
        </a:spcBef>
        <a:spcAft>
          <a:spcPct val="0"/>
        </a:spcAft>
        <a:buChar char="–"/>
        <a:defRPr kern="1200">
          <a:solidFill>
            <a:schemeClr val="tx1"/>
          </a:solidFill>
          <a:latin typeface="+mn-lt"/>
          <a:ea typeface="+mn-ea"/>
          <a:cs typeface="+mn-cs"/>
        </a:defRPr>
      </a:lvl4pPr>
      <a:lvl5pPr marL="2057349" indent="-228594" algn="l" rtl="0" fontAlgn="base">
        <a:spcBef>
          <a:spcPct val="20000"/>
        </a:spcBef>
        <a:spcAft>
          <a:spcPct val="0"/>
        </a:spcAft>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bwMode="auto">
          <a:xfrm>
            <a:off x="165103" y="68268"/>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p>
            <a:pPr lvl="0"/>
            <a:r>
              <a:rPr lang="en-US" altLang="en-US"/>
              <a:t>Click to edit Master title style</a:t>
            </a:r>
          </a:p>
        </p:txBody>
      </p:sp>
      <p:sp>
        <p:nvSpPr>
          <p:cNvPr id="74755" name="Rectangle 3"/>
          <p:cNvSpPr>
            <a:spLocks noGrp="1" noChangeArrowheads="1"/>
          </p:cNvSpPr>
          <p:nvPr>
            <p:ph type="body" idx="1"/>
          </p:nvPr>
        </p:nvSpPr>
        <p:spPr bwMode="auto">
          <a:xfrm>
            <a:off x="203205" y="1143000"/>
            <a:ext cx="11713633" cy="5029200"/>
          </a:xfrm>
          <a:prstGeom prst="rect">
            <a:avLst/>
          </a:prstGeom>
          <a:noFill/>
          <a:ln>
            <a:noFill/>
          </a:ln>
          <a:effectLst/>
        </p:spPr>
        <p:txBody>
          <a:bodyPr vert="horz" wrap="square" lIns="91436" tIns="45718" rIns="91436"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pic>
        <p:nvPicPr>
          <p:cNvPr id="3" name="图片 2">
            <a:extLst>
              <a:ext uri="{FF2B5EF4-FFF2-40B4-BE49-F238E27FC236}">
                <a16:creationId xmlns:a16="http://schemas.microsoft.com/office/drawing/2014/main" id="{97FA33E6-A67C-E0F7-A985-2B1E435FB9FB}"/>
              </a:ext>
            </a:extLst>
          </p:cNvPr>
          <p:cNvPicPr>
            <a:picLocks noChangeAspect="1"/>
          </p:cNvPicPr>
          <p:nvPr userDrawn="1"/>
        </p:nvPicPr>
        <p:blipFill>
          <a:blip r:embed="rId12"/>
          <a:stretch>
            <a:fillRect/>
          </a:stretch>
        </p:blipFill>
        <p:spPr>
          <a:xfrm>
            <a:off x="0" y="4876801"/>
            <a:ext cx="12192000" cy="1981200"/>
          </a:xfrm>
          <a:prstGeom prst="rect">
            <a:avLst/>
          </a:prstGeom>
        </p:spPr>
      </p:pic>
      <p:pic>
        <p:nvPicPr>
          <p:cNvPr id="12" name="Picture 11">
            <a:extLst>
              <a:ext uri="{FF2B5EF4-FFF2-40B4-BE49-F238E27FC236}">
                <a16:creationId xmlns:a16="http://schemas.microsoft.com/office/drawing/2014/main" id="{9967A325-D9D3-1B43-BBC8-4847D59F467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39103" y="-22302"/>
            <a:ext cx="4994199" cy="1348638"/>
          </a:xfrm>
          <a:prstGeom prst="rect">
            <a:avLst/>
          </a:prstGeom>
        </p:spPr>
      </p:pic>
      <p:pic>
        <p:nvPicPr>
          <p:cNvPr id="2" name="Picture 1">
            <a:extLst>
              <a:ext uri="{FF2B5EF4-FFF2-40B4-BE49-F238E27FC236}">
                <a16:creationId xmlns:a16="http://schemas.microsoft.com/office/drawing/2014/main" id="{73005DEB-2EB7-6E7E-DE4D-FF3FC2E41902}"/>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p:blipFill>
        <p:spPr>
          <a:xfrm>
            <a:off x="-24157" y="6351586"/>
            <a:ext cx="12265717" cy="524336"/>
          </a:xfrm>
          <a:prstGeom prst="rect">
            <a:avLst/>
          </a:prstGeom>
        </p:spPr>
      </p:pic>
      <p:sp>
        <p:nvSpPr>
          <p:cNvPr id="74756" name="Rectangle 4"/>
          <p:cNvSpPr>
            <a:spLocks noGrp="1" noChangeArrowheads="1"/>
          </p:cNvSpPr>
          <p:nvPr>
            <p:ph type="dt" sz="half" idx="2"/>
          </p:nvPr>
        </p:nvSpPr>
        <p:spPr bwMode="auto">
          <a:xfrm>
            <a:off x="0" y="6580187"/>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eaLnBrk="0" hangingPunct="0">
              <a:defRPr sz="1300"/>
            </a:lvl1pPr>
          </a:lstStyle>
          <a:p>
            <a:pPr defTabSz="914377" fontAlgn="base">
              <a:spcBef>
                <a:spcPct val="0"/>
              </a:spcBef>
              <a:spcAft>
                <a:spcPct val="0"/>
              </a:spcAft>
            </a:pPr>
            <a:endParaRPr lang="en-US" altLang="en-US" dirty="0">
              <a:solidFill>
                <a:srgbClr val="000000"/>
              </a:solidFill>
            </a:endParaRPr>
          </a:p>
        </p:txBody>
      </p:sp>
      <p:sp>
        <p:nvSpPr>
          <p:cNvPr id="74757" name="Rectangle 5"/>
          <p:cNvSpPr>
            <a:spLocks noGrp="1" noChangeArrowheads="1"/>
          </p:cNvSpPr>
          <p:nvPr>
            <p:ph type="ftr" sz="quarter" idx="3"/>
          </p:nvPr>
        </p:nvSpPr>
        <p:spPr bwMode="auto">
          <a:xfrm>
            <a:off x="4210052" y="6580187"/>
            <a:ext cx="385868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ctr" eaLnBrk="0" hangingPunct="0">
              <a:defRPr sz="1300"/>
            </a:lvl1pPr>
          </a:lstStyle>
          <a:p>
            <a:pPr defTabSz="914377" fontAlgn="base">
              <a:spcBef>
                <a:spcPct val="0"/>
              </a:spcBef>
              <a:spcAft>
                <a:spcPct val="0"/>
              </a:spcAft>
            </a:pPr>
            <a:endParaRPr lang="en-US" altLang="en-US">
              <a:solidFill>
                <a:srgbClr val="000000"/>
              </a:solidFill>
            </a:endParaRPr>
          </a:p>
        </p:txBody>
      </p:sp>
      <p:sp>
        <p:nvSpPr>
          <p:cNvPr id="74758" name="Rectangle 6"/>
          <p:cNvSpPr>
            <a:spLocks noGrp="1" noChangeArrowheads="1"/>
          </p:cNvSpPr>
          <p:nvPr>
            <p:ph type="sldNum" sz="quarter" idx="4"/>
          </p:nvPr>
        </p:nvSpPr>
        <p:spPr bwMode="auto">
          <a:xfrm>
            <a:off x="9728200" y="65532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r" eaLnBrk="0" hangingPunct="0">
              <a:defRPr sz="1300"/>
            </a:lvl1pPr>
          </a:lstStyle>
          <a:p>
            <a:pPr defTabSz="914377" fontAlgn="base">
              <a:spcBef>
                <a:spcPct val="0"/>
              </a:spcBef>
              <a:spcAft>
                <a:spcPct val="0"/>
              </a:spcAft>
            </a:pPr>
            <a:fld id="{B1FE28B5-CB33-4198-B76D-2029C60F2AFC}" type="slidenum">
              <a:rPr lang="en-US" altLang="en-US" smtClean="0">
                <a:solidFill>
                  <a:srgbClr val="000000"/>
                </a:solidFill>
              </a:rPr>
              <a:pPr defTabSz="914377" fontAlgn="base">
                <a:spcBef>
                  <a:spcPct val="0"/>
                </a:spcBef>
                <a:spcAft>
                  <a:spcPct val="0"/>
                </a:spcAft>
              </a:pPr>
              <a:t>‹#›</a:t>
            </a:fld>
            <a:endParaRPr lang="en-US" altLang="en-US" dirty="0">
              <a:solidFill>
                <a:srgbClr val="000000"/>
              </a:solidFill>
            </a:endParaRPr>
          </a:p>
        </p:txBody>
      </p:sp>
    </p:spTree>
    <p:extLst>
      <p:ext uri="{BB962C8B-B14F-4D97-AF65-F5344CB8AC3E}">
        <p14:creationId xmlns:p14="http://schemas.microsoft.com/office/powerpoint/2010/main" val="3389973884"/>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Lst>
  <p:transition spd="slow">
    <p:fade/>
  </p:transition>
  <p:hf hdr="0" ftr="0" dt="0"/>
  <p:txStyles>
    <p:titleStyle>
      <a:lvl1pPr algn="l" rtl="0" fontAlgn="base">
        <a:spcBef>
          <a:spcPct val="0"/>
        </a:spcBef>
        <a:spcAft>
          <a:spcPct val="0"/>
        </a:spcAft>
        <a:defRPr sz="3600" b="1" kern="1200">
          <a:solidFill>
            <a:schemeClr val="tx2"/>
          </a:solidFill>
          <a:latin typeface="+mj-lt"/>
          <a:ea typeface="+mj-ea"/>
          <a:cs typeface="+mj-cs"/>
        </a:defRPr>
      </a:lvl1pPr>
      <a:lvl2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2pPr>
      <a:lvl3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3pPr>
      <a:lvl4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4pPr>
      <a:lvl5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5pPr>
      <a:lvl6pPr marL="457189"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6pPr>
      <a:lvl7pPr marL="914377"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7pPr>
      <a:lvl8pPr marL="1371566"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8pPr>
      <a:lvl9pPr marL="1828754"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9pPr>
    </p:titleStyle>
    <p:bodyStyle>
      <a:lvl1pPr marL="342891" indent="-342891" algn="l" rtl="0" fontAlgn="base">
        <a:spcBef>
          <a:spcPct val="20000"/>
        </a:spcBef>
        <a:spcAft>
          <a:spcPct val="0"/>
        </a:spcAft>
        <a:buChar char="•"/>
        <a:defRPr sz="2900" kern="1200">
          <a:solidFill>
            <a:schemeClr val="tx1"/>
          </a:solidFill>
          <a:latin typeface="+mn-lt"/>
          <a:ea typeface="+mn-ea"/>
          <a:cs typeface="+mn-cs"/>
        </a:defRPr>
      </a:lvl1pPr>
      <a:lvl2pPr marL="742932" indent="-285744" algn="l" rtl="0" fontAlgn="base">
        <a:spcBef>
          <a:spcPct val="20000"/>
        </a:spcBef>
        <a:spcAft>
          <a:spcPct val="0"/>
        </a:spcAft>
        <a:buChar char="–"/>
        <a:defRPr sz="2500" kern="1200">
          <a:solidFill>
            <a:schemeClr val="tx1"/>
          </a:solidFill>
          <a:latin typeface="+mn-lt"/>
          <a:ea typeface="+mn-ea"/>
          <a:cs typeface="+mn-cs"/>
        </a:defRPr>
      </a:lvl2pPr>
      <a:lvl3pPr marL="1142971" indent="-228594" algn="l" rtl="0" fontAlgn="base">
        <a:spcBef>
          <a:spcPct val="20000"/>
        </a:spcBef>
        <a:spcAft>
          <a:spcPct val="0"/>
        </a:spcAft>
        <a:buChar char="•"/>
        <a:defRPr sz="2200" kern="1200">
          <a:solidFill>
            <a:schemeClr val="tx1"/>
          </a:solidFill>
          <a:latin typeface="+mn-lt"/>
          <a:ea typeface="+mn-ea"/>
          <a:cs typeface="+mn-cs"/>
        </a:defRPr>
      </a:lvl3pPr>
      <a:lvl4pPr marL="1600160" indent="-228594" algn="l" rtl="0" fontAlgn="base">
        <a:spcBef>
          <a:spcPct val="20000"/>
        </a:spcBef>
        <a:spcAft>
          <a:spcPct val="0"/>
        </a:spcAft>
        <a:buChar char="–"/>
        <a:defRPr kern="1200">
          <a:solidFill>
            <a:schemeClr val="tx1"/>
          </a:solidFill>
          <a:latin typeface="+mn-lt"/>
          <a:ea typeface="+mn-ea"/>
          <a:cs typeface="+mn-cs"/>
        </a:defRPr>
      </a:lvl4pPr>
      <a:lvl5pPr marL="2057349" indent="-228594" algn="l" rtl="0" fontAlgn="base">
        <a:spcBef>
          <a:spcPct val="20000"/>
        </a:spcBef>
        <a:spcAft>
          <a:spcPct val="0"/>
        </a:spcAft>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F6BA083-F672-B049-9607-651CC79D8995}"/>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0800000">
            <a:off x="14995" y="-1765443"/>
            <a:ext cx="12265520" cy="8775843"/>
          </a:xfrm>
          <a:prstGeom prst="rect">
            <a:avLst/>
          </a:prstGeom>
        </p:spPr>
      </p:pic>
      <p:sp>
        <p:nvSpPr>
          <p:cNvPr id="74754" name="Rectangle 2"/>
          <p:cNvSpPr>
            <a:spLocks noGrp="1" noChangeArrowheads="1"/>
          </p:cNvSpPr>
          <p:nvPr>
            <p:ph type="title"/>
          </p:nvPr>
        </p:nvSpPr>
        <p:spPr bwMode="auto">
          <a:xfrm>
            <a:off x="165103" y="68268"/>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p>
            <a:pPr lvl="0"/>
            <a:r>
              <a:rPr lang="en-US" altLang="en-US"/>
              <a:t>Click to edit Master title style</a:t>
            </a:r>
          </a:p>
        </p:txBody>
      </p:sp>
      <p:sp>
        <p:nvSpPr>
          <p:cNvPr id="74755" name="Rectangle 3"/>
          <p:cNvSpPr>
            <a:spLocks noGrp="1" noChangeArrowheads="1"/>
          </p:cNvSpPr>
          <p:nvPr>
            <p:ph type="body" idx="1"/>
          </p:nvPr>
        </p:nvSpPr>
        <p:spPr bwMode="auto">
          <a:xfrm>
            <a:off x="203205" y="1143000"/>
            <a:ext cx="11713633" cy="5029200"/>
          </a:xfrm>
          <a:prstGeom prst="rect">
            <a:avLst/>
          </a:prstGeom>
          <a:noFill/>
          <a:ln>
            <a:noFill/>
          </a:ln>
          <a:effectLst/>
        </p:spPr>
        <p:txBody>
          <a:bodyPr vert="horz" wrap="square" lIns="91436" tIns="45718" rIns="91436"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pic>
        <p:nvPicPr>
          <p:cNvPr id="3" name="图片 2">
            <a:extLst>
              <a:ext uri="{FF2B5EF4-FFF2-40B4-BE49-F238E27FC236}">
                <a16:creationId xmlns:a16="http://schemas.microsoft.com/office/drawing/2014/main" id="{97FA33E6-A67C-E0F7-A985-2B1E435FB9FB}"/>
              </a:ext>
            </a:extLst>
          </p:cNvPr>
          <p:cNvPicPr>
            <a:picLocks noChangeAspect="1"/>
          </p:cNvPicPr>
          <p:nvPr userDrawn="1"/>
        </p:nvPicPr>
        <p:blipFill>
          <a:blip r:embed="rId13"/>
          <a:stretch>
            <a:fillRect/>
          </a:stretch>
        </p:blipFill>
        <p:spPr>
          <a:xfrm>
            <a:off x="0" y="4876801"/>
            <a:ext cx="12192000" cy="1981200"/>
          </a:xfrm>
          <a:prstGeom prst="rect">
            <a:avLst/>
          </a:prstGeom>
        </p:spPr>
      </p:pic>
      <p:sp>
        <p:nvSpPr>
          <p:cNvPr id="74756" name="Rectangle 4"/>
          <p:cNvSpPr>
            <a:spLocks noGrp="1" noChangeArrowheads="1"/>
          </p:cNvSpPr>
          <p:nvPr>
            <p:ph type="dt" sz="half" idx="2"/>
          </p:nvPr>
        </p:nvSpPr>
        <p:spPr bwMode="auto">
          <a:xfrm>
            <a:off x="205317" y="6580187"/>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eaLnBrk="0" hangingPunct="0">
              <a:defRPr sz="1300"/>
            </a:lvl1pPr>
          </a:lstStyle>
          <a:p>
            <a:pPr defTabSz="914377" fontAlgn="base">
              <a:spcBef>
                <a:spcPct val="0"/>
              </a:spcBef>
              <a:spcAft>
                <a:spcPct val="0"/>
              </a:spcAft>
            </a:pPr>
            <a:endParaRPr lang="en-US" altLang="en-US" dirty="0">
              <a:solidFill>
                <a:srgbClr val="000000"/>
              </a:solidFill>
            </a:endParaRPr>
          </a:p>
        </p:txBody>
      </p:sp>
      <p:sp>
        <p:nvSpPr>
          <p:cNvPr id="74757" name="Rectangle 5"/>
          <p:cNvSpPr>
            <a:spLocks noGrp="1" noChangeArrowheads="1"/>
          </p:cNvSpPr>
          <p:nvPr>
            <p:ph type="ftr" sz="quarter" idx="3"/>
          </p:nvPr>
        </p:nvSpPr>
        <p:spPr bwMode="auto">
          <a:xfrm>
            <a:off x="4210052" y="6580187"/>
            <a:ext cx="385868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ctr" eaLnBrk="0" hangingPunct="0">
              <a:defRPr sz="1300"/>
            </a:lvl1pPr>
          </a:lstStyle>
          <a:p>
            <a:pPr defTabSz="914377" fontAlgn="base">
              <a:spcBef>
                <a:spcPct val="0"/>
              </a:spcBef>
              <a:spcAft>
                <a:spcPct val="0"/>
              </a:spcAft>
            </a:pPr>
            <a:endParaRPr lang="en-US" altLang="en-US">
              <a:solidFill>
                <a:srgbClr val="000000"/>
              </a:solidFill>
            </a:endParaRPr>
          </a:p>
        </p:txBody>
      </p:sp>
      <p:sp>
        <p:nvSpPr>
          <p:cNvPr id="74758" name="Rectangle 6"/>
          <p:cNvSpPr>
            <a:spLocks noGrp="1" noChangeArrowheads="1"/>
          </p:cNvSpPr>
          <p:nvPr>
            <p:ph type="sldNum" sz="quarter" idx="4"/>
          </p:nvPr>
        </p:nvSpPr>
        <p:spPr bwMode="auto">
          <a:xfrm>
            <a:off x="9427633" y="65532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r" eaLnBrk="0" hangingPunct="0">
              <a:defRPr sz="1300"/>
            </a:lvl1pPr>
          </a:lstStyle>
          <a:p>
            <a:pPr defTabSz="914377" fontAlgn="base">
              <a:spcBef>
                <a:spcPct val="0"/>
              </a:spcBef>
              <a:spcAft>
                <a:spcPct val="0"/>
              </a:spcAft>
            </a:pPr>
            <a:fld id="{B1FE28B5-CB33-4198-B76D-2029C60F2AF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pic>
        <p:nvPicPr>
          <p:cNvPr id="12" name="Picture 11">
            <a:extLst>
              <a:ext uri="{FF2B5EF4-FFF2-40B4-BE49-F238E27FC236}">
                <a16:creationId xmlns:a16="http://schemas.microsoft.com/office/drawing/2014/main" id="{9967A325-D9D3-1B43-BBC8-4847D59F4675}"/>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39103" y="-22302"/>
            <a:ext cx="4994199" cy="1348638"/>
          </a:xfrm>
          <a:prstGeom prst="rect">
            <a:avLst/>
          </a:prstGeom>
        </p:spPr>
      </p:pic>
      <p:pic>
        <p:nvPicPr>
          <p:cNvPr id="2" name="Picture 1">
            <a:extLst>
              <a:ext uri="{FF2B5EF4-FFF2-40B4-BE49-F238E27FC236}">
                <a16:creationId xmlns:a16="http://schemas.microsoft.com/office/drawing/2014/main" id="{73005DEB-2EB7-6E7E-DE4D-FF3FC2E41902}"/>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p:blipFill>
        <p:spPr>
          <a:xfrm>
            <a:off x="-24157" y="6333664"/>
            <a:ext cx="12265717" cy="524336"/>
          </a:xfrm>
          <a:prstGeom prst="rect">
            <a:avLst/>
          </a:prstGeom>
        </p:spPr>
      </p:pic>
    </p:spTree>
    <p:extLst>
      <p:ext uri="{BB962C8B-B14F-4D97-AF65-F5344CB8AC3E}">
        <p14:creationId xmlns:p14="http://schemas.microsoft.com/office/powerpoint/2010/main" val="3165730714"/>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Lst>
  <p:transition spd="slow">
    <p:fade/>
  </p:transition>
  <p:hf hdr="0" ftr="0" dt="0"/>
  <p:txStyles>
    <p:titleStyle>
      <a:lvl1pPr algn="l" rtl="0" fontAlgn="base">
        <a:spcBef>
          <a:spcPct val="0"/>
        </a:spcBef>
        <a:spcAft>
          <a:spcPct val="0"/>
        </a:spcAft>
        <a:defRPr sz="3600" b="1" kern="1200">
          <a:solidFill>
            <a:schemeClr val="tx2"/>
          </a:solidFill>
          <a:latin typeface="+mj-lt"/>
          <a:ea typeface="+mj-ea"/>
          <a:cs typeface="+mj-cs"/>
        </a:defRPr>
      </a:lvl1pPr>
      <a:lvl2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2pPr>
      <a:lvl3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3pPr>
      <a:lvl4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4pPr>
      <a:lvl5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5pPr>
      <a:lvl6pPr marL="457189"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6pPr>
      <a:lvl7pPr marL="914377"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7pPr>
      <a:lvl8pPr marL="1371566"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8pPr>
      <a:lvl9pPr marL="1828754"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9pPr>
    </p:titleStyle>
    <p:bodyStyle>
      <a:lvl1pPr marL="342891" indent="-342891" algn="l" rtl="0" fontAlgn="base">
        <a:spcBef>
          <a:spcPct val="20000"/>
        </a:spcBef>
        <a:spcAft>
          <a:spcPct val="0"/>
        </a:spcAft>
        <a:buChar char="•"/>
        <a:defRPr sz="2900" kern="1200">
          <a:solidFill>
            <a:schemeClr val="tx1"/>
          </a:solidFill>
          <a:latin typeface="+mn-lt"/>
          <a:ea typeface="+mn-ea"/>
          <a:cs typeface="+mn-cs"/>
        </a:defRPr>
      </a:lvl1pPr>
      <a:lvl2pPr marL="742932" indent="-285744" algn="l" rtl="0" fontAlgn="base">
        <a:spcBef>
          <a:spcPct val="20000"/>
        </a:spcBef>
        <a:spcAft>
          <a:spcPct val="0"/>
        </a:spcAft>
        <a:buChar char="–"/>
        <a:defRPr sz="2500" kern="1200">
          <a:solidFill>
            <a:schemeClr val="tx1"/>
          </a:solidFill>
          <a:latin typeface="+mn-lt"/>
          <a:ea typeface="+mn-ea"/>
          <a:cs typeface="+mn-cs"/>
        </a:defRPr>
      </a:lvl2pPr>
      <a:lvl3pPr marL="1142971" indent="-228594" algn="l" rtl="0" fontAlgn="base">
        <a:spcBef>
          <a:spcPct val="20000"/>
        </a:spcBef>
        <a:spcAft>
          <a:spcPct val="0"/>
        </a:spcAft>
        <a:buChar char="•"/>
        <a:defRPr sz="2200" kern="1200">
          <a:solidFill>
            <a:schemeClr val="tx1"/>
          </a:solidFill>
          <a:latin typeface="+mn-lt"/>
          <a:ea typeface="+mn-ea"/>
          <a:cs typeface="+mn-cs"/>
        </a:defRPr>
      </a:lvl3pPr>
      <a:lvl4pPr marL="1600160" indent="-228594" algn="l" rtl="0" fontAlgn="base">
        <a:spcBef>
          <a:spcPct val="20000"/>
        </a:spcBef>
        <a:spcAft>
          <a:spcPct val="0"/>
        </a:spcAft>
        <a:buChar char="–"/>
        <a:defRPr kern="1200">
          <a:solidFill>
            <a:schemeClr val="tx1"/>
          </a:solidFill>
          <a:latin typeface="+mn-lt"/>
          <a:ea typeface="+mn-ea"/>
          <a:cs typeface="+mn-cs"/>
        </a:defRPr>
      </a:lvl4pPr>
      <a:lvl5pPr marL="2057349" indent="-228594" algn="l" rtl="0" fontAlgn="base">
        <a:spcBef>
          <a:spcPct val="20000"/>
        </a:spcBef>
        <a:spcAft>
          <a:spcPct val="0"/>
        </a:spcAft>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F6BA083-F672-B049-9607-651CC79D8995}"/>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0800000">
            <a:off x="0" y="-1917843"/>
            <a:ext cx="12265520" cy="8775843"/>
          </a:xfrm>
          <a:prstGeom prst="rect">
            <a:avLst/>
          </a:prstGeom>
        </p:spPr>
      </p:pic>
      <p:sp>
        <p:nvSpPr>
          <p:cNvPr id="74754" name="Rectangle 2"/>
          <p:cNvSpPr>
            <a:spLocks noGrp="1" noChangeArrowheads="1"/>
          </p:cNvSpPr>
          <p:nvPr>
            <p:ph type="title"/>
          </p:nvPr>
        </p:nvSpPr>
        <p:spPr bwMode="auto">
          <a:xfrm>
            <a:off x="165103" y="68268"/>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p>
            <a:pPr lvl="0"/>
            <a:r>
              <a:rPr lang="en-US" altLang="en-US"/>
              <a:t>Click to edit Master title style</a:t>
            </a:r>
          </a:p>
        </p:txBody>
      </p:sp>
      <p:sp>
        <p:nvSpPr>
          <p:cNvPr id="74755" name="Rectangle 3"/>
          <p:cNvSpPr>
            <a:spLocks noGrp="1" noChangeArrowheads="1"/>
          </p:cNvSpPr>
          <p:nvPr>
            <p:ph type="body" idx="1"/>
          </p:nvPr>
        </p:nvSpPr>
        <p:spPr bwMode="auto">
          <a:xfrm>
            <a:off x="203205" y="1143000"/>
            <a:ext cx="11713633" cy="5029200"/>
          </a:xfrm>
          <a:prstGeom prst="rect">
            <a:avLst/>
          </a:prstGeom>
          <a:noFill/>
          <a:ln>
            <a:noFill/>
          </a:ln>
          <a:effectLst/>
        </p:spPr>
        <p:txBody>
          <a:bodyPr vert="horz" wrap="square" lIns="91436" tIns="45718" rIns="91436"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74756" name="Rectangle 4"/>
          <p:cNvSpPr>
            <a:spLocks noGrp="1" noChangeArrowheads="1"/>
          </p:cNvSpPr>
          <p:nvPr>
            <p:ph type="dt" sz="half" idx="2"/>
          </p:nvPr>
        </p:nvSpPr>
        <p:spPr bwMode="auto">
          <a:xfrm>
            <a:off x="205317"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eaLnBrk="0" hangingPunct="0">
              <a:defRPr sz="1300"/>
            </a:lvl1pPr>
          </a:lstStyle>
          <a:p>
            <a:pPr defTabSz="914377" fontAlgn="base">
              <a:spcBef>
                <a:spcPct val="0"/>
              </a:spcBef>
              <a:spcAft>
                <a:spcPct val="0"/>
              </a:spcAft>
            </a:pPr>
            <a:endParaRPr lang="en-US" altLang="en-US" dirty="0">
              <a:solidFill>
                <a:srgbClr val="000000"/>
              </a:solidFill>
            </a:endParaRPr>
          </a:p>
        </p:txBody>
      </p:sp>
      <p:sp>
        <p:nvSpPr>
          <p:cNvPr id="74757" name="Rectangle 5"/>
          <p:cNvSpPr>
            <a:spLocks noGrp="1" noChangeArrowheads="1"/>
          </p:cNvSpPr>
          <p:nvPr>
            <p:ph type="ftr" sz="quarter" idx="3"/>
          </p:nvPr>
        </p:nvSpPr>
        <p:spPr bwMode="auto">
          <a:xfrm>
            <a:off x="4210052" y="6324600"/>
            <a:ext cx="385868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ctr" eaLnBrk="0" hangingPunct="0">
              <a:defRPr sz="1300"/>
            </a:lvl1pPr>
          </a:lstStyle>
          <a:p>
            <a:pPr defTabSz="914377" fontAlgn="base">
              <a:spcBef>
                <a:spcPct val="0"/>
              </a:spcBef>
              <a:spcAft>
                <a:spcPct val="0"/>
              </a:spcAft>
            </a:pPr>
            <a:endParaRPr lang="en-US" altLang="en-US">
              <a:solidFill>
                <a:srgbClr val="000000"/>
              </a:solidFill>
            </a:endParaRPr>
          </a:p>
        </p:txBody>
      </p:sp>
      <p:sp>
        <p:nvSpPr>
          <p:cNvPr id="74758" name="Rectangle 6"/>
          <p:cNvSpPr>
            <a:spLocks noGrp="1" noChangeArrowheads="1"/>
          </p:cNvSpPr>
          <p:nvPr>
            <p:ph type="sldNum" sz="quarter" idx="4"/>
          </p:nvPr>
        </p:nvSpPr>
        <p:spPr bwMode="auto">
          <a:xfrm>
            <a:off x="9427633" y="6297613"/>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r" eaLnBrk="0" hangingPunct="0">
              <a:defRPr sz="1300"/>
            </a:lvl1pPr>
          </a:lstStyle>
          <a:p>
            <a:pPr defTabSz="914377" fontAlgn="base">
              <a:spcBef>
                <a:spcPct val="0"/>
              </a:spcBef>
              <a:spcAft>
                <a:spcPct val="0"/>
              </a:spcAft>
            </a:pPr>
            <a:fld id="{B1FE28B5-CB33-4198-B76D-2029C60F2AF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pic>
        <p:nvPicPr>
          <p:cNvPr id="12" name="Picture 11">
            <a:extLst>
              <a:ext uri="{FF2B5EF4-FFF2-40B4-BE49-F238E27FC236}">
                <a16:creationId xmlns:a16="http://schemas.microsoft.com/office/drawing/2014/main" id="{9967A325-D9D3-1B43-BBC8-4847D59F467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39103" y="-22302"/>
            <a:ext cx="4994199" cy="1348638"/>
          </a:xfrm>
          <a:prstGeom prst="rect">
            <a:avLst/>
          </a:prstGeom>
        </p:spPr>
      </p:pic>
    </p:spTree>
    <p:extLst>
      <p:ext uri="{BB962C8B-B14F-4D97-AF65-F5344CB8AC3E}">
        <p14:creationId xmlns:p14="http://schemas.microsoft.com/office/powerpoint/2010/main" val="284617508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Lst>
  <p:transition spd="slow">
    <p:fade/>
  </p:transition>
  <p:hf hdr="0" ftr="0" dt="0"/>
  <p:txStyles>
    <p:titleStyle>
      <a:lvl1pPr algn="l" rtl="0" fontAlgn="base">
        <a:spcBef>
          <a:spcPct val="0"/>
        </a:spcBef>
        <a:spcAft>
          <a:spcPct val="0"/>
        </a:spcAft>
        <a:defRPr sz="3600" b="1" kern="1200">
          <a:solidFill>
            <a:schemeClr val="tx2"/>
          </a:solidFill>
          <a:latin typeface="+mj-lt"/>
          <a:ea typeface="+mj-ea"/>
          <a:cs typeface="+mj-cs"/>
        </a:defRPr>
      </a:lvl1pPr>
      <a:lvl2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2pPr>
      <a:lvl3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3pPr>
      <a:lvl4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4pPr>
      <a:lvl5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5pPr>
      <a:lvl6pPr marL="457189"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6pPr>
      <a:lvl7pPr marL="914377"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7pPr>
      <a:lvl8pPr marL="1371566"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8pPr>
      <a:lvl9pPr marL="1828754"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9pPr>
    </p:titleStyle>
    <p:bodyStyle>
      <a:lvl1pPr marL="342891" indent="-342891" algn="l" rtl="0" fontAlgn="base">
        <a:spcBef>
          <a:spcPct val="20000"/>
        </a:spcBef>
        <a:spcAft>
          <a:spcPct val="0"/>
        </a:spcAft>
        <a:buChar char="•"/>
        <a:defRPr sz="2900" kern="1200">
          <a:solidFill>
            <a:schemeClr val="tx1"/>
          </a:solidFill>
          <a:latin typeface="+mn-lt"/>
          <a:ea typeface="+mn-ea"/>
          <a:cs typeface="+mn-cs"/>
        </a:defRPr>
      </a:lvl1pPr>
      <a:lvl2pPr marL="742932" indent="-285744" algn="l" rtl="0" fontAlgn="base">
        <a:spcBef>
          <a:spcPct val="20000"/>
        </a:spcBef>
        <a:spcAft>
          <a:spcPct val="0"/>
        </a:spcAft>
        <a:buChar char="–"/>
        <a:defRPr sz="2500" kern="1200">
          <a:solidFill>
            <a:schemeClr val="tx1"/>
          </a:solidFill>
          <a:latin typeface="+mn-lt"/>
          <a:ea typeface="+mn-ea"/>
          <a:cs typeface="+mn-cs"/>
        </a:defRPr>
      </a:lvl2pPr>
      <a:lvl3pPr marL="1142971" indent="-228594" algn="l" rtl="0" fontAlgn="base">
        <a:spcBef>
          <a:spcPct val="20000"/>
        </a:spcBef>
        <a:spcAft>
          <a:spcPct val="0"/>
        </a:spcAft>
        <a:buChar char="•"/>
        <a:defRPr sz="2200" kern="1200">
          <a:solidFill>
            <a:schemeClr val="tx1"/>
          </a:solidFill>
          <a:latin typeface="+mn-lt"/>
          <a:ea typeface="+mn-ea"/>
          <a:cs typeface="+mn-cs"/>
        </a:defRPr>
      </a:lvl3pPr>
      <a:lvl4pPr marL="1600160" indent="-228594" algn="l" rtl="0" fontAlgn="base">
        <a:spcBef>
          <a:spcPct val="20000"/>
        </a:spcBef>
        <a:spcAft>
          <a:spcPct val="0"/>
        </a:spcAft>
        <a:buChar char="–"/>
        <a:defRPr kern="1200">
          <a:solidFill>
            <a:schemeClr val="tx1"/>
          </a:solidFill>
          <a:latin typeface="+mn-lt"/>
          <a:ea typeface="+mn-ea"/>
          <a:cs typeface="+mn-cs"/>
        </a:defRPr>
      </a:lvl4pPr>
      <a:lvl5pPr marL="2057349" indent="-228594" algn="l" rtl="0" fontAlgn="base">
        <a:spcBef>
          <a:spcPct val="20000"/>
        </a:spcBef>
        <a:spcAft>
          <a:spcPct val="0"/>
        </a:spcAft>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F6BA083-F672-B049-9607-651CC79D8995}"/>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rot="10800000">
            <a:off x="6633" y="-1905760"/>
            <a:ext cx="12265520" cy="8763760"/>
          </a:xfrm>
          <a:prstGeom prst="rect">
            <a:avLst/>
          </a:prstGeom>
        </p:spPr>
      </p:pic>
      <p:sp>
        <p:nvSpPr>
          <p:cNvPr id="74754" name="Rectangle 2"/>
          <p:cNvSpPr>
            <a:spLocks noGrp="1" noChangeArrowheads="1"/>
          </p:cNvSpPr>
          <p:nvPr>
            <p:ph type="title"/>
          </p:nvPr>
        </p:nvSpPr>
        <p:spPr bwMode="auto">
          <a:xfrm>
            <a:off x="165103" y="68268"/>
            <a:ext cx="97917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bodyPr>
          <a:lstStyle/>
          <a:p>
            <a:pPr lvl="0"/>
            <a:r>
              <a:rPr lang="en-US" altLang="en-US"/>
              <a:t>Click to edit Master title style</a:t>
            </a:r>
          </a:p>
        </p:txBody>
      </p:sp>
      <p:sp>
        <p:nvSpPr>
          <p:cNvPr id="74755" name="Rectangle 3"/>
          <p:cNvSpPr>
            <a:spLocks noGrp="1" noChangeArrowheads="1"/>
          </p:cNvSpPr>
          <p:nvPr>
            <p:ph type="body" idx="1"/>
          </p:nvPr>
        </p:nvSpPr>
        <p:spPr bwMode="auto">
          <a:xfrm>
            <a:off x="203205" y="1143000"/>
            <a:ext cx="11713633" cy="5029200"/>
          </a:xfrm>
          <a:prstGeom prst="rect">
            <a:avLst/>
          </a:prstGeom>
          <a:noFill/>
          <a:ln>
            <a:noFill/>
          </a:ln>
          <a:effectLst/>
        </p:spPr>
        <p:txBody>
          <a:bodyPr vert="horz" wrap="square" lIns="91436" tIns="45718" rIns="91436"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74756" name="Rectangle 4"/>
          <p:cNvSpPr>
            <a:spLocks noGrp="1" noChangeArrowheads="1"/>
          </p:cNvSpPr>
          <p:nvPr>
            <p:ph type="dt" sz="half" idx="2"/>
          </p:nvPr>
        </p:nvSpPr>
        <p:spPr bwMode="auto">
          <a:xfrm>
            <a:off x="205317"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eaLnBrk="0" hangingPunct="0">
              <a:defRPr sz="1300"/>
            </a:lvl1pPr>
          </a:lstStyle>
          <a:p>
            <a:pPr defTabSz="914377" fontAlgn="base">
              <a:spcBef>
                <a:spcPct val="0"/>
              </a:spcBef>
              <a:spcAft>
                <a:spcPct val="0"/>
              </a:spcAft>
            </a:pPr>
            <a:endParaRPr lang="en-US" altLang="en-US" dirty="0">
              <a:solidFill>
                <a:srgbClr val="000000"/>
              </a:solidFill>
            </a:endParaRPr>
          </a:p>
        </p:txBody>
      </p:sp>
      <p:sp>
        <p:nvSpPr>
          <p:cNvPr id="74757" name="Rectangle 5"/>
          <p:cNvSpPr>
            <a:spLocks noGrp="1" noChangeArrowheads="1"/>
          </p:cNvSpPr>
          <p:nvPr>
            <p:ph type="ftr" sz="quarter" idx="3"/>
          </p:nvPr>
        </p:nvSpPr>
        <p:spPr bwMode="auto">
          <a:xfrm>
            <a:off x="4210052" y="6324600"/>
            <a:ext cx="385868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ctr" eaLnBrk="0" hangingPunct="0">
              <a:defRPr sz="1300"/>
            </a:lvl1pPr>
          </a:lstStyle>
          <a:p>
            <a:pPr defTabSz="914377" fontAlgn="base">
              <a:spcBef>
                <a:spcPct val="0"/>
              </a:spcBef>
              <a:spcAft>
                <a:spcPct val="0"/>
              </a:spcAft>
            </a:pPr>
            <a:endParaRPr lang="en-US" altLang="en-US">
              <a:solidFill>
                <a:srgbClr val="000000"/>
              </a:solidFill>
            </a:endParaRPr>
          </a:p>
        </p:txBody>
      </p:sp>
      <p:sp>
        <p:nvSpPr>
          <p:cNvPr id="74758" name="Rectangle 6"/>
          <p:cNvSpPr>
            <a:spLocks noGrp="1" noChangeArrowheads="1"/>
          </p:cNvSpPr>
          <p:nvPr>
            <p:ph type="sldNum" sz="quarter" idx="4"/>
          </p:nvPr>
        </p:nvSpPr>
        <p:spPr bwMode="auto">
          <a:xfrm>
            <a:off x="9427633" y="6297613"/>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r" eaLnBrk="0" hangingPunct="0">
              <a:defRPr sz="1300"/>
            </a:lvl1pPr>
          </a:lstStyle>
          <a:p>
            <a:pPr defTabSz="914377" fontAlgn="base">
              <a:spcBef>
                <a:spcPct val="0"/>
              </a:spcBef>
              <a:spcAft>
                <a:spcPct val="0"/>
              </a:spcAft>
            </a:pPr>
            <a:fld id="{B1FE28B5-CB33-4198-B76D-2029C60F2AF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pic>
        <p:nvPicPr>
          <p:cNvPr id="12" name="Picture 11">
            <a:extLst>
              <a:ext uri="{FF2B5EF4-FFF2-40B4-BE49-F238E27FC236}">
                <a16:creationId xmlns:a16="http://schemas.microsoft.com/office/drawing/2014/main" id="{9967A325-D9D3-1B43-BBC8-4847D59F4675}"/>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739103" y="-22302"/>
            <a:ext cx="4994199" cy="1348638"/>
          </a:xfrm>
          <a:prstGeom prst="rect">
            <a:avLst/>
          </a:prstGeom>
        </p:spPr>
      </p:pic>
    </p:spTree>
    <p:extLst>
      <p:ext uri="{BB962C8B-B14F-4D97-AF65-F5344CB8AC3E}">
        <p14:creationId xmlns:p14="http://schemas.microsoft.com/office/powerpoint/2010/main" val="264387737"/>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Lst>
  <p:transition spd="slow">
    <p:fade/>
  </p:transition>
  <p:hf hdr="0" ftr="0" dt="0"/>
  <p:txStyles>
    <p:titleStyle>
      <a:lvl1pPr algn="l" rtl="0" fontAlgn="base">
        <a:spcBef>
          <a:spcPct val="0"/>
        </a:spcBef>
        <a:spcAft>
          <a:spcPct val="0"/>
        </a:spcAft>
        <a:defRPr sz="3600" b="1" kern="1200">
          <a:solidFill>
            <a:schemeClr val="tx2"/>
          </a:solidFill>
          <a:latin typeface="+mj-lt"/>
          <a:ea typeface="+mj-ea"/>
          <a:cs typeface="+mj-cs"/>
        </a:defRPr>
      </a:lvl1pPr>
      <a:lvl2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2pPr>
      <a:lvl3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3pPr>
      <a:lvl4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4pPr>
      <a:lvl5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5pPr>
      <a:lvl6pPr marL="457189"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6pPr>
      <a:lvl7pPr marL="914377"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7pPr>
      <a:lvl8pPr marL="1371566"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8pPr>
      <a:lvl9pPr marL="1828754"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9pPr>
    </p:titleStyle>
    <p:bodyStyle>
      <a:lvl1pPr marL="342891" indent="-342891" algn="l" rtl="0" fontAlgn="base">
        <a:spcBef>
          <a:spcPct val="20000"/>
        </a:spcBef>
        <a:spcAft>
          <a:spcPct val="0"/>
        </a:spcAft>
        <a:buChar char="•"/>
        <a:defRPr sz="2900" kern="1200">
          <a:solidFill>
            <a:schemeClr val="tx1"/>
          </a:solidFill>
          <a:latin typeface="+mn-lt"/>
          <a:ea typeface="+mn-ea"/>
          <a:cs typeface="+mn-cs"/>
        </a:defRPr>
      </a:lvl1pPr>
      <a:lvl2pPr marL="742932" indent="-285744" algn="l" rtl="0" fontAlgn="base">
        <a:spcBef>
          <a:spcPct val="20000"/>
        </a:spcBef>
        <a:spcAft>
          <a:spcPct val="0"/>
        </a:spcAft>
        <a:buChar char="–"/>
        <a:defRPr sz="2500" kern="1200">
          <a:solidFill>
            <a:schemeClr val="tx1"/>
          </a:solidFill>
          <a:latin typeface="+mn-lt"/>
          <a:ea typeface="+mn-ea"/>
          <a:cs typeface="+mn-cs"/>
        </a:defRPr>
      </a:lvl2pPr>
      <a:lvl3pPr marL="1142971" indent="-228594" algn="l" rtl="0" fontAlgn="base">
        <a:spcBef>
          <a:spcPct val="20000"/>
        </a:spcBef>
        <a:spcAft>
          <a:spcPct val="0"/>
        </a:spcAft>
        <a:buChar char="•"/>
        <a:defRPr sz="2200" kern="1200">
          <a:solidFill>
            <a:schemeClr val="tx1"/>
          </a:solidFill>
          <a:latin typeface="+mn-lt"/>
          <a:ea typeface="+mn-ea"/>
          <a:cs typeface="+mn-cs"/>
        </a:defRPr>
      </a:lvl3pPr>
      <a:lvl4pPr marL="1600160" indent="-228594" algn="l" rtl="0" fontAlgn="base">
        <a:spcBef>
          <a:spcPct val="20000"/>
        </a:spcBef>
        <a:spcAft>
          <a:spcPct val="0"/>
        </a:spcAft>
        <a:buChar char="–"/>
        <a:defRPr kern="1200">
          <a:solidFill>
            <a:schemeClr val="tx1"/>
          </a:solidFill>
          <a:latin typeface="+mn-lt"/>
          <a:ea typeface="+mn-ea"/>
          <a:cs typeface="+mn-cs"/>
        </a:defRPr>
      </a:lvl4pPr>
      <a:lvl5pPr marL="2057349" indent="-228594" algn="l" rtl="0" fontAlgn="base">
        <a:spcBef>
          <a:spcPct val="20000"/>
        </a:spcBef>
        <a:spcAft>
          <a:spcPct val="0"/>
        </a:spcAft>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4A29888-AF1C-6C40-916F-E353CEE4224C}"/>
              </a:ext>
            </a:extLst>
          </p:cNvPr>
          <p:cNvSpPr/>
          <p:nvPr userDrawn="1"/>
        </p:nvSpPr>
        <p:spPr bwMode="auto">
          <a:xfrm>
            <a:off x="-76200" y="-76200"/>
            <a:ext cx="12292036" cy="6947566"/>
          </a:xfrm>
          <a:prstGeom prst="rect">
            <a:avLst/>
          </a:prstGeom>
          <a:solidFill>
            <a:srgbClr val="EF4F50"/>
          </a:solidFill>
          <a:ln w="12700" cap="sq"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377"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bwMode="auto">
          <a:xfrm>
            <a:off x="1600202" y="1588096"/>
            <a:ext cx="11713633" cy="5029200"/>
          </a:xfrm>
          <a:prstGeom prst="rect">
            <a:avLst/>
          </a:prstGeom>
          <a:noFill/>
          <a:ln>
            <a:noFill/>
          </a:ln>
          <a:effectLst/>
        </p:spPr>
        <p:txBody>
          <a:bodyPr vert="horz" wrap="square" lIns="91436" tIns="45718" rIns="91436"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74756" name="Rectangle 4"/>
          <p:cNvSpPr>
            <a:spLocks noGrp="1" noChangeArrowheads="1"/>
          </p:cNvSpPr>
          <p:nvPr>
            <p:ph type="dt" sz="half" idx="2"/>
          </p:nvPr>
        </p:nvSpPr>
        <p:spPr bwMode="auto">
          <a:xfrm>
            <a:off x="205317"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eaLnBrk="0" hangingPunct="0">
              <a:defRPr sz="1300"/>
            </a:lvl1pPr>
          </a:lstStyle>
          <a:p>
            <a:pPr defTabSz="914377" fontAlgn="base">
              <a:spcBef>
                <a:spcPct val="0"/>
              </a:spcBef>
              <a:spcAft>
                <a:spcPct val="0"/>
              </a:spcAft>
            </a:pPr>
            <a:endParaRPr lang="en-US" altLang="en-US" dirty="0">
              <a:solidFill>
                <a:srgbClr val="000000"/>
              </a:solidFill>
            </a:endParaRPr>
          </a:p>
        </p:txBody>
      </p:sp>
      <p:sp>
        <p:nvSpPr>
          <p:cNvPr id="74757" name="Rectangle 5"/>
          <p:cNvSpPr>
            <a:spLocks noGrp="1" noChangeArrowheads="1"/>
          </p:cNvSpPr>
          <p:nvPr>
            <p:ph type="ftr" sz="quarter" idx="3"/>
          </p:nvPr>
        </p:nvSpPr>
        <p:spPr bwMode="auto">
          <a:xfrm>
            <a:off x="4210052" y="6324600"/>
            <a:ext cx="385868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ctr" eaLnBrk="0" hangingPunct="0">
              <a:defRPr sz="1300"/>
            </a:lvl1pPr>
          </a:lstStyle>
          <a:p>
            <a:pPr defTabSz="914377" fontAlgn="base">
              <a:spcBef>
                <a:spcPct val="0"/>
              </a:spcBef>
              <a:spcAft>
                <a:spcPct val="0"/>
              </a:spcAft>
            </a:pPr>
            <a:endParaRPr lang="en-US" altLang="en-US">
              <a:solidFill>
                <a:srgbClr val="000000"/>
              </a:solidFill>
            </a:endParaRPr>
          </a:p>
        </p:txBody>
      </p:sp>
      <p:sp>
        <p:nvSpPr>
          <p:cNvPr id="74758" name="Rectangle 6"/>
          <p:cNvSpPr>
            <a:spLocks noGrp="1" noChangeArrowheads="1"/>
          </p:cNvSpPr>
          <p:nvPr>
            <p:ph type="sldNum" sz="quarter" idx="4"/>
          </p:nvPr>
        </p:nvSpPr>
        <p:spPr bwMode="auto">
          <a:xfrm>
            <a:off x="9427633" y="6297613"/>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t" anchorCtr="0" compatLnSpc="1">
            <a:prstTxWarp prst="textNoShape">
              <a:avLst/>
            </a:prstTxWarp>
          </a:bodyPr>
          <a:lstStyle>
            <a:lvl1pPr algn="r" eaLnBrk="0" hangingPunct="0">
              <a:defRPr sz="1300"/>
            </a:lvl1pPr>
          </a:lstStyle>
          <a:p>
            <a:pPr defTabSz="914377" fontAlgn="base">
              <a:spcBef>
                <a:spcPct val="0"/>
              </a:spcBef>
              <a:spcAft>
                <a:spcPct val="0"/>
              </a:spcAft>
            </a:pPr>
            <a:fld id="{B1FE28B5-CB33-4198-B76D-2029C60F2AFC}" type="slidenum">
              <a:rPr lang="en-US" altLang="en-US" smtClean="0">
                <a:solidFill>
                  <a:srgbClr val="000000"/>
                </a:solidFill>
              </a:rPr>
              <a:pPr defTabSz="914377" fontAlgn="base">
                <a:spcBef>
                  <a:spcPct val="0"/>
                </a:spcBef>
                <a:spcAft>
                  <a:spcPct val="0"/>
                </a:spcAft>
              </a:pPr>
              <a:t>‹#›</a:t>
            </a:fld>
            <a:endParaRPr lang="en-US" altLang="en-US">
              <a:solidFill>
                <a:srgbClr val="000000"/>
              </a:solidFill>
            </a:endParaRPr>
          </a:p>
        </p:txBody>
      </p:sp>
      <p:pic>
        <p:nvPicPr>
          <p:cNvPr id="12" name="Picture 11">
            <a:extLst>
              <a:ext uri="{FF2B5EF4-FFF2-40B4-BE49-F238E27FC236}">
                <a16:creationId xmlns:a16="http://schemas.microsoft.com/office/drawing/2014/main" id="{9967A325-D9D3-1B43-BBC8-4847D59F4675}"/>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112116" y="144000"/>
            <a:ext cx="4384684" cy="1069587"/>
          </a:xfrm>
          <a:prstGeom prst="rect">
            <a:avLst/>
          </a:prstGeom>
        </p:spPr>
      </p:pic>
    </p:spTree>
    <p:extLst>
      <p:ext uri="{BB962C8B-B14F-4D97-AF65-F5344CB8AC3E}">
        <p14:creationId xmlns:p14="http://schemas.microsoft.com/office/powerpoint/2010/main" val="2777583734"/>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Lst>
  <p:transition spd="slow">
    <p:fade/>
  </p:transition>
  <p:hf hdr="0" ftr="0" dt="0"/>
  <p:txStyles>
    <p:titleStyle>
      <a:lvl1pPr algn="l" rtl="0" fontAlgn="base">
        <a:spcBef>
          <a:spcPct val="0"/>
        </a:spcBef>
        <a:spcAft>
          <a:spcPct val="0"/>
        </a:spcAft>
        <a:defRPr sz="3600" b="1" kern="1200">
          <a:solidFill>
            <a:schemeClr val="tx2"/>
          </a:solidFill>
          <a:latin typeface="+mj-lt"/>
          <a:ea typeface="+mj-ea"/>
          <a:cs typeface="+mj-cs"/>
        </a:defRPr>
      </a:lvl1pPr>
      <a:lvl2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2pPr>
      <a:lvl3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3pPr>
      <a:lvl4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4pPr>
      <a:lvl5pPr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5pPr>
      <a:lvl6pPr marL="457189"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6pPr>
      <a:lvl7pPr marL="914377"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7pPr>
      <a:lvl8pPr marL="1371566"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8pPr>
      <a:lvl9pPr marL="1828754" algn="l" rtl="0" fontAlgn="base">
        <a:spcBef>
          <a:spcPct val="0"/>
        </a:spcBef>
        <a:spcAft>
          <a:spcPct val="0"/>
        </a:spcAft>
        <a:defRPr sz="3600" b="1">
          <a:solidFill>
            <a:schemeClr val="tx2"/>
          </a:solidFill>
          <a:latin typeface="Arial" panose="020B0604020202020204" pitchFamily="34" charset="0"/>
          <a:cs typeface="Arial" panose="020B0604020202020204" pitchFamily="34" charset="0"/>
        </a:defRPr>
      </a:lvl9pPr>
    </p:titleStyle>
    <p:bodyStyle>
      <a:lvl1pPr marL="342891" indent="-342891" algn="l" rtl="0" fontAlgn="base">
        <a:spcBef>
          <a:spcPct val="20000"/>
        </a:spcBef>
        <a:spcAft>
          <a:spcPct val="0"/>
        </a:spcAft>
        <a:buChar char="•"/>
        <a:defRPr sz="2900" kern="1200">
          <a:solidFill>
            <a:schemeClr val="bg1"/>
          </a:solidFill>
          <a:latin typeface="+mn-lt"/>
          <a:ea typeface="+mn-ea"/>
          <a:cs typeface="+mn-cs"/>
        </a:defRPr>
      </a:lvl1pPr>
      <a:lvl2pPr marL="742932" indent="-285744" algn="l" rtl="0" fontAlgn="base">
        <a:spcBef>
          <a:spcPct val="20000"/>
        </a:spcBef>
        <a:spcAft>
          <a:spcPct val="0"/>
        </a:spcAft>
        <a:buChar char="–"/>
        <a:defRPr sz="2500" kern="1200">
          <a:solidFill>
            <a:schemeClr val="bg1"/>
          </a:solidFill>
          <a:latin typeface="+mn-lt"/>
          <a:ea typeface="+mn-ea"/>
          <a:cs typeface="+mn-cs"/>
        </a:defRPr>
      </a:lvl2pPr>
      <a:lvl3pPr marL="1142971" indent="-228594" algn="l" rtl="0" fontAlgn="base">
        <a:spcBef>
          <a:spcPct val="20000"/>
        </a:spcBef>
        <a:spcAft>
          <a:spcPct val="0"/>
        </a:spcAft>
        <a:buChar char="•"/>
        <a:defRPr sz="2200" kern="1200">
          <a:solidFill>
            <a:schemeClr val="bg1"/>
          </a:solidFill>
          <a:latin typeface="+mn-lt"/>
          <a:ea typeface="+mn-ea"/>
          <a:cs typeface="+mn-cs"/>
        </a:defRPr>
      </a:lvl3pPr>
      <a:lvl4pPr marL="1600160" indent="-228594" algn="l" rtl="0" fontAlgn="base">
        <a:spcBef>
          <a:spcPct val="20000"/>
        </a:spcBef>
        <a:spcAft>
          <a:spcPct val="0"/>
        </a:spcAft>
        <a:buChar char="–"/>
        <a:defRPr kern="1200">
          <a:solidFill>
            <a:schemeClr val="bg1"/>
          </a:solidFill>
          <a:latin typeface="+mn-lt"/>
          <a:ea typeface="+mn-ea"/>
          <a:cs typeface="+mn-cs"/>
        </a:defRPr>
      </a:lvl4pPr>
      <a:lvl5pPr marL="2057349" indent="-228594" algn="l" rtl="0" fontAlgn="base">
        <a:spcBef>
          <a:spcPct val="20000"/>
        </a:spcBef>
        <a:spcAft>
          <a:spcPct val="0"/>
        </a:spcAft>
        <a:buChar char="»"/>
        <a:defRPr kern="1200">
          <a:solidFill>
            <a:schemeClr val="bg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5.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5.xml"/><Relationship Id="rId4"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8288" y="612648"/>
            <a:ext cx="438912" cy="438912"/>
          </a:xfrm>
          <a:prstGeom prst="rect">
            <a:avLst/>
          </a:prstGeom>
        </p:spPr>
      </p:pic>
      <p:sp>
        <p:nvSpPr>
          <p:cNvPr id="4" name="Title"/>
          <p:cNvSpPr txBox="1"/>
          <p:nvPr/>
        </p:nvSpPr>
        <p:spPr>
          <a:xfrm>
            <a:off x="457200" y="548640"/>
            <a:ext cx="7726679" cy="822960"/>
          </a:xfrm>
          <a:prstGeom prst="rect">
            <a:avLst/>
          </a:prstGeom>
          <a:noFill/>
        </p:spPr>
        <p:txBody>
          <a:bodyPr wrap="square" lIns="45720" rIns="45720" anchor="t">
            <a:spAutoFit/>
          </a:bodyPr>
          <a:lstStyle/>
          <a:p>
            <a:pPr algn="l">
              <a:spcAft>
                <a:spcPts val="400"/>
              </a:spcAft>
            </a:pPr>
            <a:r>
              <a:rPr sz="2400" b="1" i="0">
                <a:solidFill>
                  <a:srgbClr val="C00000"/>
                </a:solidFill>
                <a:latin typeface="Times New Roman"/>
              </a:rPr>
              <a:t>Fashion-MNIST is a controlled test of spatial structure</a:t>
            </a:r>
          </a:p>
        </p:txBody>
      </p:sp>
      <p:sp>
        <p:nvSpPr>
          <p:cNvPr id="38" name="灯片编号占位符 3">
            <a:extLst>
              <a:ext uri="{FF2B5EF4-FFF2-40B4-BE49-F238E27FC236}">
                <a16:creationId xmlns:a16="http://schemas.microsoft.com/office/drawing/2014/main" id="{9DCE690A-4DDE-D357-CF33-ECA2C1B5F0F6}"/>
              </a:ext>
            </a:extLst>
          </p:cNvPr>
          <p:cNvSpPr>
            <a:spLocks noGrp="1"/>
          </p:cNvSpPr>
          <p:nvPr>
            <p:ph type="sldNum" sz="quarter" idx="12"/>
          </p:nvPr>
        </p:nvSpPr>
        <p:spPr>
          <a:xfrm>
            <a:off x="9677400" y="6553200"/>
            <a:ext cx="2540000" cy="457200"/>
          </a:xfrm>
        </p:spPr>
        <p:txBody>
          <a:bodyPr/>
          <a:lstStyle/>
          <a:p>
            <a:fld id="{6C395895-F29C-4166-A949-0FBA29CB659F}" type="slidenum">
              <a:rPr lang="en-US" altLang="en-US" smtClean="0"/>
              <a:pPr/>
              <a:t>1</a:t>
            </a:fld>
            <a:endParaRPr lang="en-US" altLang="en-US" dirty="0"/>
          </a:p>
        </p:txBody>
      </p:sp>
      <p:sp>
        <p:nvSpPr>
          <p:cNvPr id="39" name="Rectangle 38"/>
          <p:cNvSpPr/>
          <p:nvPr/>
        </p:nvSpPr>
        <p:spPr>
          <a:xfrm>
            <a:off x="411480" y="1463040"/>
            <a:ext cx="11384280" cy="640080"/>
          </a:xfrm>
          <a:prstGeom prst="rect">
            <a:avLst/>
          </a:prstGeom>
          <a:solidFill>
            <a:srgbClr val="F8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48640" y="1463040"/>
            <a:ext cx="11155680" cy="640080"/>
          </a:xfrm>
          <a:prstGeom prst="rect">
            <a:avLst/>
          </a:prstGeom>
          <a:noFill/>
        </p:spPr>
        <p:txBody>
          <a:bodyPr wrap="square" lIns="45720" rIns="45720" anchor="ctr">
            <a:spAutoFit/>
          </a:bodyPr>
          <a:lstStyle/>
          <a:p>
            <a:pPr algn="l">
              <a:spcAft>
                <a:spcPts val="400"/>
              </a:spcAft>
            </a:pPr>
            <a:r>
              <a:rPr sz="1900" b="1" i="0">
                <a:solidFill>
                  <a:srgbClr val="C00000"/>
                </a:solidFill>
                <a:latin typeface="Times New Roman"/>
              </a:rPr>
              <a:t>Question: </a:t>
            </a:r>
            <a:r>
              <a:rPr sz="1900" b="1" i="0">
                <a:solidFill>
                  <a:srgbClr val="242424"/>
                </a:solidFill>
                <a:latin typeface="Times New Roman"/>
              </a:rPr>
              <a:t>how much of a CNN's advantage comes from the spatial structure of the images?</a:t>
            </a:r>
          </a:p>
        </p:txBody>
      </p:sp>
      <p:sp>
        <p:nvSpPr>
          <p:cNvPr id="41" name="TextBox 40"/>
          <p:cNvSpPr txBox="1"/>
          <p:nvPr/>
        </p:nvSpPr>
        <p:spPr>
          <a:xfrm>
            <a:off x="411480" y="2240280"/>
            <a:ext cx="5120640" cy="2011680"/>
          </a:xfrm>
          <a:prstGeom prst="rect">
            <a:avLst/>
          </a:prstGeom>
          <a:noFill/>
        </p:spPr>
        <p:txBody>
          <a:bodyPr wrap="square" lIns="45720" rIns="45720" anchor="t">
            <a:spAutoFit/>
          </a:bodyPr>
          <a:lstStyle/>
          <a:p>
            <a:pPr algn="l">
              <a:spcAft>
                <a:spcPts val="600"/>
              </a:spcAft>
            </a:pPr>
            <a:r>
              <a:rPr sz="1700" b="1" i="0">
                <a:solidFill>
                  <a:srgbClr val="C00000"/>
                </a:solidFill>
                <a:latin typeface="Times New Roman"/>
              </a:rPr>
              <a:t>The data</a:t>
            </a:r>
          </a:p>
          <a:p>
            <a:pPr algn="l">
              <a:spcAft>
                <a:spcPts val="600"/>
              </a:spcAft>
            </a:pPr>
            <a:r>
              <a:rPr sz="1700" b="0" i="0">
                <a:solidFill>
                  <a:srgbClr val="242424"/>
                </a:solidFill>
                <a:latin typeface="Times New Roman"/>
              </a:rPr>
              <a:t>70,000 images, 28 × 28, single-channel 8-bit grayscale</a:t>
            </a:r>
          </a:p>
          <a:p>
            <a:pPr algn="l">
              <a:spcAft>
                <a:spcPts val="600"/>
              </a:spcAft>
            </a:pPr>
            <a:r>
              <a:rPr sz="1700" b="0" i="0">
                <a:solidFill>
                  <a:srgbClr val="242424"/>
                </a:solidFill>
                <a:latin typeface="Times New Roman"/>
              </a:rPr>
              <a:t>10 balanced clothing classes</a:t>
            </a:r>
          </a:p>
          <a:p>
            <a:pPr algn="l">
              <a:spcAft>
                <a:spcPts val="600"/>
              </a:spcAft>
            </a:pPr>
            <a:r>
              <a:rPr sz="1700" b="0" i="0">
                <a:solidFill>
                  <a:srgbClr val="242424"/>
                </a:solidFill>
                <a:latin typeface="Times New Roman"/>
              </a:rPr>
              <a:t>Zalando Research · MIT licence</a:t>
            </a:r>
          </a:p>
          <a:p>
            <a:pPr algn="l">
              <a:spcAft>
                <a:spcPts val="600"/>
              </a:spcAft>
            </a:pPr>
            <a:r>
              <a:rPr sz="1700" b="0" i="0">
                <a:solidFill>
                  <a:srgbClr val="242424"/>
                </a:solidFill>
                <a:latin typeface="Times New Roman"/>
              </a:rPr>
              <a:t>Official files, downloaded 22 Sep 2026</a:t>
            </a:r>
          </a:p>
        </p:txBody>
      </p:sp>
      <p:sp>
        <p:nvSpPr>
          <p:cNvPr id="42" name="TextBox 41"/>
          <p:cNvSpPr txBox="1"/>
          <p:nvPr/>
        </p:nvSpPr>
        <p:spPr>
          <a:xfrm>
            <a:off x="5760720" y="2194560"/>
            <a:ext cx="6035040" cy="2240280"/>
          </a:xfrm>
          <a:prstGeom prst="rect">
            <a:avLst/>
          </a:prstGeom>
          <a:noFill/>
        </p:spPr>
        <p:txBody>
          <a:bodyPr wrap="square" lIns="45720" rIns="45720" anchor="t">
            <a:spAutoFit/>
          </a:bodyPr>
          <a:lstStyle/>
          <a:p>
            <a:pPr algn="l">
              <a:spcAft>
                <a:spcPts val="200"/>
              </a:spcAft>
            </a:pPr>
            <a:r>
              <a:rPr sz="1700" b="1" i="0">
                <a:solidFill>
                  <a:srgbClr val="C00000"/>
                </a:solidFill>
                <a:latin typeface="Times New Roman"/>
              </a:rPr>
              <a:t>Why we chose it</a:t>
            </a:r>
          </a:p>
          <a:p>
            <a:pPr marL="201168" indent="-201168" algn="l">
              <a:spcAft>
                <a:spcPts val="200"/>
              </a:spcAft>
              <a:buFont typeface="Arial"/>
              <a:buChar char="•"/>
            </a:pPr>
            <a:r>
              <a:rPr sz="1400" b="1" i="0">
                <a:solidFill>
                  <a:srgbClr val="242424"/>
                </a:solidFill>
                <a:latin typeface="Times New Roman"/>
              </a:rPr>
              <a:t>Shared modelling question: </a:t>
            </a:r>
            <a:r>
              <a:rPr sz="1400" b="0" i="0">
                <a:solidFill>
                  <a:srgbClr val="242424"/>
                </a:solidFill>
                <a:latin typeface="Times New Roman"/>
              </a:rPr>
              <a:t>digital-human generation and deepfake-video detection both depend on spatial representations in vision models.</a:t>
            </a:r>
          </a:p>
          <a:p>
            <a:pPr marL="201168" indent="-201168" algn="l">
              <a:spcAft>
                <a:spcPts val="200"/>
              </a:spcAft>
              <a:buFont typeface="Arial"/>
              <a:buChar char="•"/>
            </a:pPr>
            <a:r>
              <a:rPr sz="1400" b="1" i="0">
                <a:solidFill>
                  <a:srgbClr val="242424"/>
                </a:solidFill>
                <a:latin typeface="Times New Roman"/>
              </a:rPr>
              <a:t>Suitable data property: </a:t>
            </a:r>
            <a:r>
              <a:rPr sz="1400" b="0" i="0">
                <a:solidFill>
                  <a:srgbClr val="242424"/>
                </a:solidFill>
                <a:latin typeface="Times New Roman"/>
              </a:rPr>
              <a:t>classes differ by silhouettes and local parts, so spatial arrangement should matter.</a:t>
            </a:r>
          </a:p>
          <a:p>
            <a:pPr marL="201168" indent="-201168" algn="l">
              <a:spcAft>
                <a:spcPts val="200"/>
              </a:spcAft>
              <a:buFont typeface="Arial"/>
              <a:buChar char="•"/>
            </a:pPr>
            <a:r>
              <a:rPr sz="1400" b="1" i="0">
                <a:solidFill>
                  <a:srgbClr val="242424"/>
                </a:solidFill>
                <a:latin typeface="Times New Roman"/>
              </a:rPr>
              <a:t>Clear but non-trivial: </a:t>
            </a:r>
            <a:r>
              <a:rPr sz="1400" b="0" i="0">
                <a:solidFill>
                  <a:srgbClr val="242424"/>
                </a:solidFill>
                <a:latin typeface="Times New Roman"/>
              </a:rPr>
              <a:t>accuracy spans 67.7–91.3 %, enough to separate methods.</a:t>
            </a:r>
          </a:p>
          <a:p>
            <a:pPr marL="201168" indent="-201168" algn="l">
              <a:spcAft>
                <a:spcPts val="200"/>
              </a:spcAft>
              <a:buFont typeface="Arial"/>
              <a:buChar char="•"/>
            </a:pPr>
            <a:r>
              <a:rPr sz="1400" b="1" i="0">
                <a:solidFill>
                  <a:srgbClr val="242424"/>
                </a:solidFill>
                <a:latin typeface="Times New Roman"/>
              </a:rPr>
              <a:t>Controlled and feasible: </a:t>
            </a:r>
            <a:r>
              <a:rPr sz="1400" b="0" i="0">
                <a:solidFill>
                  <a:srgbClr val="242424"/>
                </a:solidFill>
                <a:latin typeface="Times New Roman"/>
              </a:rPr>
              <a:t>one channel, 28 × 28: little colour or background confounding; 30 fits are practical.</a:t>
            </a:r>
          </a:p>
        </p:txBody>
      </p:sp>
      <p:pic>
        <p:nvPicPr>
          <p:cNvPr id="43" name="Picture 42" descr="One example image from each of the 10 Fashion-MNIST classes."/>
          <p:cNvPicPr>
            <a:picLocks noChangeAspect="1"/>
          </p:cNvPicPr>
          <p:nvPr/>
        </p:nvPicPr>
        <p:blipFill>
          <a:blip r:embed="rId4"/>
          <a:stretch>
            <a:fillRect/>
          </a:stretch>
        </p:blipFill>
        <p:spPr>
          <a:xfrm>
            <a:off x="411480" y="4389120"/>
            <a:ext cx="11384280" cy="1240595"/>
          </a:xfrm>
          <a:prstGeom prst="rect">
            <a:avLst/>
          </a:prstGeom>
        </p:spPr>
      </p:pic>
      <p:sp>
        <p:nvSpPr>
          <p:cNvPr id="44" name="TextBox 43"/>
          <p:cNvSpPr txBox="1"/>
          <p:nvPr/>
        </p:nvSpPr>
        <p:spPr>
          <a:xfrm>
            <a:off x="312420" y="5640601"/>
            <a:ext cx="11628120" cy="636072"/>
          </a:xfrm>
          <a:prstGeom prst="rect">
            <a:avLst/>
          </a:prstGeom>
          <a:noFill/>
        </p:spPr>
        <p:txBody>
          <a:bodyPr wrap="square" lIns="45720" rIns="45720" anchor="ctr">
            <a:spAutoFit/>
          </a:bodyPr>
          <a:lstStyle/>
          <a:p>
            <a:pPr algn="ctr">
              <a:spcAft>
                <a:spcPts val="400"/>
              </a:spcAft>
            </a:pPr>
            <a:r>
              <a:rPr sz="1600" b="1" i="0" dirty="0">
                <a:solidFill>
                  <a:srgbClr val="C00000"/>
                </a:solidFill>
                <a:latin typeface="Times New Roman"/>
              </a:rPr>
              <a:t>Team: </a:t>
            </a:r>
            <a:r>
              <a:rPr lang="en-US" sz="1600" b="1" i="0" dirty="0">
                <a:solidFill>
                  <a:srgbClr val="242424"/>
                </a:solidFill>
                <a:latin typeface="Times New Roman"/>
              </a:rPr>
              <a:t>Yingfeng Wang</a:t>
            </a:r>
            <a:r>
              <a:rPr sz="1600" b="1" i="0" dirty="0">
                <a:solidFill>
                  <a:srgbClr val="242424"/>
                </a:solidFill>
                <a:latin typeface="Times New Roman"/>
              </a:rPr>
              <a:t> </a:t>
            </a:r>
            <a:r>
              <a:rPr lang="en-US" altLang="zh-CN" sz="1600" b="1" i="0" dirty="0">
                <a:solidFill>
                  <a:srgbClr val="242424"/>
                </a:solidFill>
                <a:latin typeface="Times New Roman"/>
              </a:rPr>
              <a:t>700049354</a:t>
            </a:r>
            <a:r>
              <a:rPr sz="1600" b="1" i="0" dirty="0">
                <a:solidFill>
                  <a:srgbClr val="242424"/>
                </a:solidFill>
                <a:latin typeface="Times New Roman"/>
              </a:rPr>
              <a:t> ·</a:t>
            </a:r>
            <a:r>
              <a:rPr lang="en-US" sz="1600" b="1" i="0" dirty="0">
                <a:solidFill>
                  <a:srgbClr val="242424"/>
                </a:solidFill>
                <a:latin typeface="Times New Roman"/>
              </a:rPr>
              <a:t> Chenye Yang 700052938</a:t>
            </a:r>
            <a:r>
              <a:rPr sz="1600" b="1" i="0" dirty="0">
                <a:solidFill>
                  <a:srgbClr val="242424"/>
                </a:solidFill>
                <a:latin typeface="Times New Roman"/>
              </a:rPr>
              <a:t> ·</a:t>
            </a:r>
            <a:r>
              <a:rPr lang="en-US" sz="1600" b="1" i="0" dirty="0">
                <a:solidFill>
                  <a:srgbClr val="242424"/>
                </a:solidFill>
                <a:latin typeface="Times New Roman"/>
              </a:rPr>
              <a:t> Tianyi Wang 700053286</a:t>
            </a:r>
            <a:r>
              <a:rPr sz="1600" b="1" i="0" dirty="0">
                <a:solidFill>
                  <a:srgbClr val="C00000"/>
                </a:solidFill>
                <a:latin typeface="Times New Roman"/>
              </a:rPr>
              <a:t>   </a:t>
            </a:r>
            <a:endParaRPr lang="en-US" sz="1600" b="1" i="0" dirty="0">
              <a:solidFill>
                <a:srgbClr val="C00000"/>
              </a:solidFill>
              <a:latin typeface="Times New Roman"/>
            </a:endParaRPr>
          </a:p>
          <a:p>
            <a:pPr algn="ctr">
              <a:spcAft>
                <a:spcPts val="400"/>
              </a:spcAft>
            </a:pPr>
            <a:r>
              <a:rPr sz="1600" b="1" i="0" dirty="0">
                <a:solidFill>
                  <a:srgbClr val="C00000"/>
                </a:solidFill>
                <a:latin typeface="Times New Roman"/>
              </a:rPr>
              <a:t>GitHub: </a:t>
            </a:r>
            <a:r>
              <a:rPr lang="en-US" sz="1600" b="1" dirty="0">
                <a:solidFill>
                  <a:srgbClr val="242424"/>
                </a:solidFill>
                <a:latin typeface="Times New Roman"/>
              </a:rPr>
              <a:t>https://github.com/cvlab-ycy/CSBP711_Assignment1</a:t>
            </a:r>
            <a:endParaRPr sz="1600" b="1" i="0" dirty="0">
              <a:solidFill>
                <a:srgbClr val="242424"/>
              </a:solidFill>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8288" y="612648"/>
            <a:ext cx="438912" cy="438912"/>
          </a:xfrm>
          <a:prstGeom prst="rect">
            <a:avLst/>
          </a:prstGeom>
        </p:spPr>
      </p:pic>
      <p:sp>
        <p:nvSpPr>
          <p:cNvPr id="4" name="Title"/>
          <p:cNvSpPr txBox="1"/>
          <p:nvPr/>
        </p:nvSpPr>
        <p:spPr>
          <a:xfrm>
            <a:off x="457200" y="548640"/>
            <a:ext cx="7726679" cy="822960"/>
          </a:xfrm>
          <a:prstGeom prst="rect">
            <a:avLst/>
          </a:prstGeom>
          <a:noFill/>
        </p:spPr>
        <p:txBody>
          <a:bodyPr wrap="square" lIns="45720" rIns="45720" anchor="t">
            <a:spAutoFit/>
          </a:bodyPr>
          <a:lstStyle/>
          <a:p>
            <a:pPr algn="l">
              <a:spcAft>
                <a:spcPts val="400"/>
              </a:spcAft>
            </a:pPr>
            <a:r>
              <a:rPr sz="2400" b="1" i="0">
                <a:solidFill>
                  <a:srgbClr val="C00000"/>
                </a:solidFill>
                <a:latin typeface="Times New Roman"/>
              </a:rPr>
              <a:t>We removed 23 development images to keep detected duplicate groups disjoint</a:t>
            </a:r>
          </a:p>
        </p:txBody>
      </p:sp>
      <p:sp>
        <p:nvSpPr>
          <p:cNvPr id="38" name="灯片编号占位符 3">
            <a:extLst>
              <a:ext uri="{FF2B5EF4-FFF2-40B4-BE49-F238E27FC236}">
                <a16:creationId xmlns:a16="http://schemas.microsoft.com/office/drawing/2014/main" id="{9DCE690A-4DDE-D357-CF33-ECA2C1B5F0F6}"/>
              </a:ext>
            </a:extLst>
          </p:cNvPr>
          <p:cNvSpPr>
            <a:spLocks noGrp="1"/>
          </p:cNvSpPr>
          <p:nvPr>
            <p:ph type="sldNum" sz="quarter" idx="12"/>
          </p:nvPr>
        </p:nvSpPr>
        <p:spPr>
          <a:xfrm>
            <a:off x="9677400" y="6553200"/>
            <a:ext cx="2540000" cy="457200"/>
          </a:xfrm>
        </p:spPr>
        <p:txBody>
          <a:bodyPr/>
          <a:lstStyle/>
          <a:p>
            <a:fld id="{6C395895-F29C-4166-A949-0FBA29CB659F}" type="slidenum">
              <a:rPr lang="en-US" altLang="en-US" smtClean="0"/>
              <a:pPr/>
              <a:t>2</a:t>
            </a:fld>
            <a:endParaRPr lang="en-US" altLang="en-US" dirty="0"/>
          </a:p>
        </p:txBody>
      </p:sp>
      <p:sp>
        <p:nvSpPr>
          <p:cNvPr id="39" name="TextBox 38"/>
          <p:cNvSpPr txBox="1"/>
          <p:nvPr/>
        </p:nvSpPr>
        <p:spPr>
          <a:xfrm>
            <a:off x="411480" y="1463040"/>
            <a:ext cx="5486400" cy="411480"/>
          </a:xfrm>
          <a:prstGeom prst="rect">
            <a:avLst/>
          </a:prstGeom>
          <a:noFill/>
        </p:spPr>
        <p:txBody>
          <a:bodyPr wrap="square" lIns="45720" rIns="45720" anchor="t">
            <a:spAutoFit/>
          </a:bodyPr>
          <a:lstStyle/>
          <a:p>
            <a:pPr algn="l">
              <a:spcAft>
                <a:spcPts val="400"/>
              </a:spcAft>
            </a:pPr>
            <a:r>
              <a:rPr sz="1900" b="1" i="0">
                <a:solidFill>
                  <a:srgbClr val="C00000"/>
                </a:solidFill>
                <a:latin typeface="Times New Roman"/>
              </a:rPr>
              <a:t>Splits</a:t>
            </a:r>
          </a:p>
        </p:txBody>
      </p:sp>
      <p:graphicFrame>
        <p:nvGraphicFramePr>
          <p:cNvPr id="40" name="Table 39"/>
          <p:cNvGraphicFramePr>
            <a:graphicFrameLocks noGrp="1"/>
          </p:cNvGraphicFramePr>
          <p:nvPr/>
        </p:nvGraphicFramePr>
        <p:xfrm>
          <a:off x="411480" y="1920240"/>
          <a:ext cx="5486400" cy="1828800"/>
        </p:xfrm>
        <a:graphic>
          <a:graphicData uri="http://schemas.openxmlformats.org/drawingml/2006/table">
            <a:tbl>
              <a:tblPr firstRow="1">
                <a:tableStyleId>{5C22544A-7EE6-4342-B048-85BDC9FD1C3A}</a:tableStyleId>
              </a:tblPr>
              <a:tblGrid>
                <a:gridCol w="21945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57200">
                <a:tc>
                  <a:txBody>
                    <a:bodyPr/>
                    <a:lstStyle/>
                    <a:p>
                      <a:pPr algn="l"/>
                      <a:r>
                        <a:rPr sz="1800" b="1" i="0">
                          <a:solidFill>
                            <a:srgbClr val="FFFFFF"/>
                          </a:solidFill>
                          <a:latin typeface="Times New Roman"/>
                        </a:rPr>
                        <a:t>Split</a:t>
                      </a:r>
                    </a:p>
                  </a:txBody>
                  <a:tcPr marL="73152" marR="54864" marT="27432" marB="27432" anchor="ctr">
                    <a:solidFill>
                      <a:srgbClr val="404040"/>
                    </a:solidFill>
                  </a:tcPr>
                </a:tc>
                <a:tc>
                  <a:txBody>
                    <a:bodyPr/>
                    <a:lstStyle/>
                    <a:p>
                      <a:pPr algn="ctr"/>
                      <a:r>
                        <a:rPr sz="1800" b="1" i="0">
                          <a:solidFill>
                            <a:srgbClr val="FFFFFF"/>
                          </a:solidFill>
                          <a:latin typeface="Times New Roman"/>
                        </a:rPr>
                        <a:t>Images</a:t>
                      </a:r>
                    </a:p>
                  </a:txBody>
                  <a:tcPr marL="73152" marR="54864" marT="27432" marB="27432" anchor="ctr">
                    <a:solidFill>
                      <a:srgbClr val="404040"/>
                    </a:solidFill>
                  </a:tcPr>
                </a:tc>
                <a:tc>
                  <a:txBody>
                    <a:bodyPr/>
                    <a:lstStyle/>
                    <a:p>
                      <a:pPr algn="ctr"/>
                      <a:r>
                        <a:rPr sz="1800" b="1" i="0">
                          <a:solidFill>
                            <a:srgbClr val="FFFFFF"/>
                          </a:solidFill>
                          <a:latin typeface="Times New Roman"/>
                        </a:rPr>
                        <a:t>Per class</a:t>
                      </a:r>
                    </a:p>
                  </a:txBody>
                  <a:tcPr marL="73152" marR="54864" marT="27432" marB="27432" anchor="ctr">
                    <a:solidFill>
                      <a:srgbClr val="404040"/>
                    </a:solidFill>
                  </a:tcPr>
                </a:tc>
                <a:extLst>
                  <a:ext uri="{0D108BD9-81ED-4DB2-BD59-A6C34878D82A}">
                    <a16:rowId xmlns:a16="http://schemas.microsoft.com/office/drawing/2014/main" val="10000"/>
                  </a:ext>
                </a:extLst>
              </a:tr>
              <a:tr h="457200">
                <a:tc>
                  <a:txBody>
                    <a:bodyPr/>
                    <a:lstStyle/>
                    <a:p>
                      <a:pPr algn="l"/>
                      <a:r>
                        <a:rPr sz="1800" b="0" i="0">
                          <a:solidFill>
                            <a:srgbClr val="242424"/>
                          </a:solidFill>
                          <a:latin typeface="Times New Roman"/>
                        </a:rPr>
                        <a:t>Training</a:t>
                      </a:r>
                    </a:p>
                  </a:txBody>
                  <a:tcPr marL="73152" marR="54864" marT="27432" marB="27432" anchor="ctr">
                    <a:solidFill>
                      <a:srgbClr val="FFFFFF"/>
                    </a:solidFill>
                  </a:tcPr>
                </a:tc>
                <a:tc>
                  <a:txBody>
                    <a:bodyPr/>
                    <a:lstStyle/>
                    <a:p>
                      <a:pPr algn="ctr"/>
                      <a:r>
                        <a:rPr sz="1800" b="0" i="0">
                          <a:solidFill>
                            <a:srgbClr val="242424"/>
                          </a:solidFill>
                          <a:latin typeface="Times New Roman"/>
                        </a:rPr>
                        <a:t>53,979</a:t>
                      </a:r>
                    </a:p>
                  </a:txBody>
                  <a:tcPr marL="73152" marR="54864" marT="27432" marB="27432" anchor="ctr">
                    <a:solidFill>
                      <a:srgbClr val="FFFFFF"/>
                    </a:solidFill>
                  </a:tcPr>
                </a:tc>
                <a:tc>
                  <a:txBody>
                    <a:bodyPr/>
                    <a:lstStyle/>
                    <a:p>
                      <a:pPr algn="ctr"/>
                      <a:r>
                        <a:rPr sz="1800" b="0" i="0">
                          <a:solidFill>
                            <a:srgbClr val="242424"/>
                          </a:solidFill>
                          <a:latin typeface="Times New Roman"/>
                        </a:rPr>
                        <a:t>~5,400</a:t>
                      </a:r>
                    </a:p>
                  </a:txBody>
                  <a:tcPr marL="73152" marR="54864" marT="27432" marB="27432" anchor="ctr">
                    <a:solidFill>
                      <a:srgbClr val="FFFFFF"/>
                    </a:solidFill>
                  </a:tcPr>
                </a:tc>
                <a:extLst>
                  <a:ext uri="{0D108BD9-81ED-4DB2-BD59-A6C34878D82A}">
                    <a16:rowId xmlns:a16="http://schemas.microsoft.com/office/drawing/2014/main" val="10001"/>
                  </a:ext>
                </a:extLst>
              </a:tr>
              <a:tr h="457200">
                <a:tc>
                  <a:txBody>
                    <a:bodyPr/>
                    <a:lstStyle/>
                    <a:p>
                      <a:pPr algn="l"/>
                      <a:r>
                        <a:rPr sz="1800" b="0" i="0">
                          <a:solidFill>
                            <a:srgbClr val="242424"/>
                          </a:solidFill>
                          <a:latin typeface="Times New Roman"/>
                        </a:rPr>
                        <a:t>Validation</a:t>
                      </a:r>
                    </a:p>
                  </a:txBody>
                  <a:tcPr marL="73152" marR="54864" marT="27432" marB="27432" anchor="ctr">
                    <a:solidFill>
                      <a:srgbClr val="F2F2F2"/>
                    </a:solidFill>
                  </a:tcPr>
                </a:tc>
                <a:tc>
                  <a:txBody>
                    <a:bodyPr/>
                    <a:lstStyle/>
                    <a:p>
                      <a:pPr algn="ctr"/>
                      <a:r>
                        <a:rPr sz="1800" b="0" i="0">
                          <a:solidFill>
                            <a:srgbClr val="242424"/>
                          </a:solidFill>
                          <a:latin typeface="Times New Roman"/>
                        </a:rPr>
                        <a:t>5,998</a:t>
                      </a:r>
                    </a:p>
                  </a:txBody>
                  <a:tcPr marL="73152" marR="54864" marT="27432" marB="27432" anchor="ctr">
                    <a:solidFill>
                      <a:srgbClr val="F2F2F2"/>
                    </a:solidFill>
                  </a:tcPr>
                </a:tc>
                <a:tc>
                  <a:txBody>
                    <a:bodyPr/>
                    <a:lstStyle/>
                    <a:p>
                      <a:pPr algn="ctr"/>
                      <a:r>
                        <a:rPr sz="1800" b="0" i="0">
                          <a:solidFill>
                            <a:srgbClr val="242424"/>
                          </a:solidFill>
                          <a:latin typeface="Times New Roman"/>
                        </a:rPr>
                        <a:t>~600</a:t>
                      </a:r>
                    </a:p>
                  </a:txBody>
                  <a:tcPr marL="73152" marR="54864" marT="27432" marB="27432" anchor="ctr">
                    <a:solidFill>
                      <a:srgbClr val="F2F2F2"/>
                    </a:solidFill>
                  </a:tcPr>
                </a:tc>
                <a:extLst>
                  <a:ext uri="{0D108BD9-81ED-4DB2-BD59-A6C34878D82A}">
                    <a16:rowId xmlns:a16="http://schemas.microsoft.com/office/drawing/2014/main" val="10002"/>
                  </a:ext>
                </a:extLst>
              </a:tr>
              <a:tr h="457200">
                <a:tc>
                  <a:txBody>
                    <a:bodyPr/>
                    <a:lstStyle/>
                    <a:p>
                      <a:pPr algn="l"/>
                      <a:r>
                        <a:rPr sz="1800" b="0" i="0">
                          <a:solidFill>
                            <a:srgbClr val="242424"/>
                          </a:solidFill>
                          <a:latin typeface="Times New Roman"/>
                        </a:rPr>
                        <a:t>Test (official)</a:t>
                      </a:r>
                    </a:p>
                  </a:txBody>
                  <a:tcPr marL="73152" marR="54864" marT="27432" marB="27432" anchor="ctr">
                    <a:solidFill>
                      <a:srgbClr val="FFFFFF"/>
                    </a:solidFill>
                  </a:tcPr>
                </a:tc>
                <a:tc>
                  <a:txBody>
                    <a:bodyPr/>
                    <a:lstStyle/>
                    <a:p>
                      <a:pPr algn="ctr"/>
                      <a:r>
                        <a:rPr sz="1800" b="0" i="0">
                          <a:solidFill>
                            <a:srgbClr val="242424"/>
                          </a:solidFill>
                          <a:latin typeface="Times New Roman"/>
                        </a:rPr>
                        <a:t>10,000</a:t>
                      </a:r>
                    </a:p>
                  </a:txBody>
                  <a:tcPr marL="73152" marR="54864" marT="27432" marB="27432" anchor="ctr">
                    <a:solidFill>
                      <a:srgbClr val="FFFFFF"/>
                    </a:solidFill>
                  </a:tcPr>
                </a:tc>
                <a:tc>
                  <a:txBody>
                    <a:bodyPr/>
                    <a:lstStyle/>
                    <a:p>
                      <a:pPr algn="ctr"/>
                      <a:r>
                        <a:rPr sz="1800" b="0" i="0">
                          <a:solidFill>
                            <a:srgbClr val="242424"/>
                          </a:solidFill>
                          <a:latin typeface="Times New Roman"/>
                        </a:rPr>
                        <a:t>1,000</a:t>
                      </a:r>
                    </a:p>
                  </a:txBody>
                  <a:tcPr marL="73152" marR="54864"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41" name="TextBox 40"/>
          <p:cNvSpPr txBox="1"/>
          <p:nvPr/>
        </p:nvSpPr>
        <p:spPr>
          <a:xfrm>
            <a:off x="411480" y="3840480"/>
            <a:ext cx="5486400" cy="914400"/>
          </a:xfrm>
          <a:prstGeom prst="rect">
            <a:avLst/>
          </a:prstGeom>
          <a:noFill/>
        </p:spPr>
        <p:txBody>
          <a:bodyPr wrap="square" lIns="45720" rIns="45720" anchor="t">
            <a:spAutoFit/>
          </a:bodyPr>
          <a:lstStyle/>
          <a:p>
            <a:pPr algn="l">
              <a:spcAft>
                <a:spcPts val="300"/>
              </a:spcAft>
            </a:pPr>
            <a:r>
              <a:rPr sz="1600" b="1" i="0">
                <a:solidFill>
                  <a:srgbClr val="242424"/>
                </a:solidFill>
                <a:latin typeface="Times New Roman"/>
              </a:rPr>
              <a:t>Same preprocessing for every model:</a:t>
            </a:r>
          </a:p>
          <a:p>
            <a:pPr algn="l">
              <a:spcAft>
                <a:spcPts val="300"/>
              </a:spcAft>
            </a:pPr>
            <a:r>
              <a:rPr sz="1600" b="0" i="0">
                <a:solidFill>
                  <a:srgbClr val="242424"/>
                </a:solidFill>
                <a:latin typeface="Times New Roman"/>
              </a:rPr>
              <a:t>pixels ÷ 255; stratified 90/10 split saved with seed 711</a:t>
            </a:r>
          </a:p>
        </p:txBody>
      </p:sp>
      <p:sp>
        <p:nvSpPr>
          <p:cNvPr id="42" name="TextBox 41"/>
          <p:cNvSpPr txBox="1"/>
          <p:nvPr/>
        </p:nvSpPr>
        <p:spPr>
          <a:xfrm>
            <a:off x="6263640" y="1463040"/>
            <a:ext cx="5532120" cy="411480"/>
          </a:xfrm>
          <a:prstGeom prst="rect">
            <a:avLst/>
          </a:prstGeom>
          <a:noFill/>
        </p:spPr>
        <p:txBody>
          <a:bodyPr wrap="square" lIns="45720" rIns="45720" anchor="t">
            <a:spAutoFit/>
          </a:bodyPr>
          <a:lstStyle/>
          <a:p>
            <a:pPr algn="l">
              <a:spcAft>
                <a:spcPts val="400"/>
              </a:spcAft>
            </a:pPr>
            <a:r>
              <a:rPr sz="1900" b="1" i="0">
                <a:solidFill>
                  <a:srgbClr val="C00000"/>
                </a:solidFill>
                <a:latin typeface="Times New Roman"/>
              </a:rPr>
              <a:t>Problems found</a:t>
            </a:r>
          </a:p>
        </p:txBody>
      </p:sp>
      <p:sp>
        <p:nvSpPr>
          <p:cNvPr id="43" name="Rectangle 42"/>
          <p:cNvSpPr/>
          <p:nvPr/>
        </p:nvSpPr>
        <p:spPr>
          <a:xfrm>
            <a:off x="6263640" y="1920240"/>
            <a:ext cx="553212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09360" y="1920240"/>
            <a:ext cx="1234440" cy="621792"/>
          </a:xfrm>
          <a:prstGeom prst="rect">
            <a:avLst/>
          </a:prstGeom>
          <a:noFill/>
        </p:spPr>
        <p:txBody>
          <a:bodyPr wrap="square" lIns="45720" rIns="45720" anchor="ctr">
            <a:spAutoFit/>
          </a:bodyPr>
          <a:lstStyle/>
          <a:p>
            <a:pPr algn="ctr">
              <a:spcAft>
                <a:spcPts val="400"/>
              </a:spcAft>
            </a:pPr>
            <a:r>
              <a:rPr sz="2800" b="1" i="0">
                <a:solidFill>
                  <a:srgbClr val="C00000"/>
                </a:solidFill>
                <a:latin typeface="Times New Roman"/>
              </a:rPr>
              <a:t>0</a:t>
            </a:r>
          </a:p>
        </p:txBody>
      </p:sp>
      <p:sp>
        <p:nvSpPr>
          <p:cNvPr id="45" name="TextBox 44"/>
          <p:cNvSpPr txBox="1"/>
          <p:nvPr/>
        </p:nvSpPr>
        <p:spPr>
          <a:xfrm>
            <a:off x="7589520" y="1920240"/>
            <a:ext cx="4160520" cy="621792"/>
          </a:xfrm>
          <a:prstGeom prst="rect">
            <a:avLst/>
          </a:prstGeom>
          <a:noFill/>
        </p:spPr>
        <p:txBody>
          <a:bodyPr wrap="square" lIns="45720" rIns="45720" anchor="ctr">
            <a:spAutoFit/>
          </a:bodyPr>
          <a:lstStyle/>
          <a:p>
            <a:pPr algn="l">
              <a:spcAft>
                <a:spcPts val="0"/>
              </a:spcAft>
            </a:pPr>
            <a:r>
              <a:rPr sz="1600" b="0" i="0">
                <a:solidFill>
                  <a:srgbClr val="242424"/>
                </a:solidFill>
                <a:latin typeface="Times New Roman"/>
              </a:rPr>
              <a:t>missing values or exact repeats</a:t>
            </a:r>
          </a:p>
        </p:txBody>
      </p:sp>
      <p:sp>
        <p:nvSpPr>
          <p:cNvPr id="46" name="Rectangle 45"/>
          <p:cNvSpPr/>
          <p:nvPr/>
        </p:nvSpPr>
        <p:spPr>
          <a:xfrm>
            <a:off x="6263640" y="2615184"/>
            <a:ext cx="553212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09360" y="2615184"/>
            <a:ext cx="1234440" cy="621792"/>
          </a:xfrm>
          <a:prstGeom prst="rect">
            <a:avLst/>
          </a:prstGeom>
          <a:noFill/>
        </p:spPr>
        <p:txBody>
          <a:bodyPr wrap="square" lIns="45720" rIns="45720" anchor="ctr">
            <a:spAutoFit/>
          </a:bodyPr>
          <a:lstStyle/>
          <a:p>
            <a:pPr algn="ctr">
              <a:spcAft>
                <a:spcPts val="400"/>
              </a:spcAft>
            </a:pPr>
            <a:r>
              <a:rPr sz="2800" b="1" i="0">
                <a:solidFill>
                  <a:srgbClr val="C00000"/>
                </a:solidFill>
                <a:latin typeface="Times New Roman"/>
              </a:rPr>
              <a:t>31</a:t>
            </a:r>
          </a:p>
        </p:txBody>
      </p:sp>
      <p:sp>
        <p:nvSpPr>
          <p:cNvPr id="48" name="TextBox 47"/>
          <p:cNvSpPr txBox="1"/>
          <p:nvPr/>
        </p:nvSpPr>
        <p:spPr>
          <a:xfrm>
            <a:off x="7589520" y="2615184"/>
            <a:ext cx="4160520" cy="621792"/>
          </a:xfrm>
          <a:prstGeom prst="rect">
            <a:avLst/>
          </a:prstGeom>
          <a:noFill/>
        </p:spPr>
        <p:txBody>
          <a:bodyPr wrap="square" lIns="45720" rIns="45720" anchor="ctr">
            <a:spAutoFit/>
          </a:bodyPr>
          <a:lstStyle/>
          <a:p>
            <a:pPr algn="l">
              <a:spcAft>
                <a:spcPts val="0"/>
              </a:spcAft>
            </a:pPr>
            <a:r>
              <a:rPr sz="1600" b="0" i="0">
                <a:solidFill>
                  <a:srgbClr val="242424"/>
                </a:solidFill>
                <a:latin typeface="Times New Roman"/>
              </a:rPr>
              <a:t>detected near-duplicate pairs</a:t>
            </a:r>
          </a:p>
        </p:txBody>
      </p:sp>
      <p:sp>
        <p:nvSpPr>
          <p:cNvPr id="49" name="Rectangle 48"/>
          <p:cNvSpPr/>
          <p:nvPr/>
        </p:nvSpPr>
        <p:spPr>
          <a:xfrm>
            <a:off x="6263640" y="3310128"/>
            <a:ext cx="553212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309360" y="3310128"/>
            <a:ext cx="1234440" cy="621792"/>
          </a:xfrm>
          <a:prstGeom prst="rect">
            <a:avLst/>
          </a:prstGeom>
          <a:noFill/>
        </p:spPr>
        <p:txBody>
          <a:bodyPr wrap="square" lIns="45720" rIns="45720" anchor="ctr">
            <a:spAutoFit/>
          </a:bodyPr>
          <a:lstStyle/>
          <a:p>
            <a:pPr algn="ctr">
              <a:spcAft>
                <a:spcPts val="400"/>
              </a:spcAft>
            </a:pPr>
            <a:r>
              <a:rPr sz="2800" b="1" i="0">
                <a:solidFill>
                  <a:srgbClr val="C00000"/>
                </a:solidFill>
                <a:latin typeface="Times New Roman"/>
              </a:rPr>
              <a:t>23</a:t>
            </a:r>
          </a:p>
        </p:txBody>
      </p:sp>
      <p:sp>
        <p:nvSpPr>
          <p:cNvPr id="51" name="TextBox 50"/>
          <p:cNvSpPr txBox="1"/>
          <p:nvPr/>
        </p:nvSpPr>
        <p:spPr>
          <a:xfrm>
            <a:off x="7589520" y="3310128"/>
            <a:ext cx="4160520" cy="621792"/>
          </a:xfrm>
          <a:prstGeom prst="rect">
            <a:avLst/>
          </a:prstGeom>
          <a:noFill/>
        </p:spPr>
        <p:txBody>
          <a:bodyPr wrap="square" lIns="45720" rIns="45720" anchor="ctr">
            <a:spAutoFit/>
          </a:bodyPr>
          <a:lstStyle/>
          <a:p>
            <a:pPr algn="l">
              <a:spcAft>
                <a:spcPts val="0"/>
              </a:spcAft>
            </a:pPr>
            <a:r>
              <a:rPr sz="1600" b="0" i="0">
                <a:solidFill>
                  <a:srgbClr val="242424"/>
                </a:solidFill>
                <a:latin typeface="Times New Roman"/>
              </a:rPr>
              <a:t>development images removed</a:t>
            </a:r>
          </a:p>
        </p:txBody>
      </p:sp>
      <p:sp>
        <p:nvSpPr>
          <p:cNvPr id="52" name="Rectangle 51"/>
          <p:cNvSpPr/>
          <p:nvPr/>
        </p:nvSpPr>
        <p:spPr>
          <a:xfrm>
            <a:off x="6263640" y="4005072"/>
            <a:ext cx="553212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309360" y="4005072"/>
            <a:ext cx="1234440" cy="621792"/>
          </a:xfrm>
          <a:prstGeom prst="rect">
            <a:avLst/>
          </a:prstGeom>
          <a:noFill/>
        </p:spPr>
        <p:txBody>
          <a:bodyPr wrap="square" lIns="45720" rIns="45720" anchor="ctr">
            <a:spAutoFit/>
          </a:bodyPr>
          <a:lstStyle/>
          <a:p>
            <a:pPr algn="ctr">
              <a:spcAft>
                <a:spcPts val="400"/>
              </a:spcAft>
            </a:pPr>
            <a:r>
              <a:rPr sz="2400" b="1" i="0">
                <a:solidFill>
                  <a:srgbClr val="C00000"/>
                </a:solidFill>
                <a:latin typeface="Times New Roman"/>
              </a:rPr>
              <a:t>6 + 17</a:t>
            </a:r>
          </a:p>
        </p:txBody>
      </p:sp>
      <p:sp>
        <p:nvSpPr>
          <p:cNvPr id="54" name="TextBox 53"/>
          <p:cNvSpPr txBox="1"/>
          <p:nvPr/>
        </p:nvSpPr>
        <p:spPr>
          <a:xfrm>
            <a:off x="7589520" y="4005072"/>
            <a:ext cx="4160520" cy="621792"/>
          </a:xfrm>
          <a:prstGeom prst="rect">
            <a:avLst/>
          </a:prstGeom>
          <a:noFill/>
        </p:spPr>
        <p:txBody>
          <a:bodyPr wrap="square" lIns="45720" rIns="45720" anchor="ctr">
            <a:spAutoFit/>
          </a:bodyPr>
          <a:lstStyle/>
          <a:p>
            <a:pPr algn="l">
              <a:spcAft>
                <a:spcPts val="0"/>
              </a:spcAft>
            </a:pPr>
            <a:r>
              <a:rPr sz="1600" b="0" i="0">
                <a:solidFill>
                  <a:srgbClr val="242424"/>
                </a:solidFill>
                <a:latin typeface="Times New Roman"/>
              </a:rPr>
              <a:t>6 in groups touching test; 17 repeated development members</a:t>
            </a:r>
          </a:p>
        </p:txBody>
      </p:sp>
      <p:sp>
        <p:nvSpPr>
          <p:cNvPr id="55" name="Rectangle 54"/>
          <p:cNvSpPr/>
          <p:nvPr/>
        </p:nvSpPr>
        <p:spPr>
          <a:xfrm>
            <a:off x="411480" y="4846320"/>
            <a:ext cx="11384280" cy="621792"/>
          </a:xfrm>
          <a:prstGeom prst="rect">
            <a:avLst/>
          </a:prstGeom>
          <a:solidFill>
            <a:srgbClr val="F8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48640" y="4846320"/>
            <a:ext cx="11155680" cy="621792"/>
          </a:xfrm>
          <a:prstGeom prst="rect">
            <a:avLst/>
          </a:prstGeom>
          <a:noFill/>
        </p:spPr>
        <p:txBody>
          <a:bodyPr wrap="square" lIns="45720" rIns="45720" anchor="ctr">
            <a:spAutoFit/>
          </a:bodyPr>
          <a:lstStyle/>
          <a:p>
            <a:pPr algn="l">
              <a:spcAft>
                <a:spcPts val="0"/>
              </a:spcAft>
            </a:pPr>
            <a:r>
              <a:rPr sz="1600" b="1" i="0">
                <a:solidFill>
                  <a:srgbClr val="C00000"/>
                </a:solidFill>
                <a:latin typeface="Times New Roman"/>
              </a:rPr>
              <a:t>Why: </a:t>
            </a:r>
            <a:r>
              <a:rPr sz="1600" b="0" i="0">
                <a:solidFill>
                  <a:srgbClr val="242424"/>
                </a:solidFill>
                <a:latin typeface="Times New Roman"/>
              </a:rPr>
              <a:t>near-copies across splits could inflate test accuracy. We removed development images from overlapping groups while keeping the official test set unchanged.</a:t>
            </a:r>
          </a:p>
        </p:txBody>
      </p:sp>
      <p:sp>
        <p:nvSpPr>
          <p:cNvPr id="57" name="TextBox 56"/>
          <p:cNvSpPr txBox="1"/>
          <p:nvPr/>
        </p:nvSpPr>
        <p:spPr>
          <a:xfrm>
            <a:off x="411480" y="5559552"/>
            <a:ext cx="11384280" cy="658368"/>
          </a:xfrm>
          <a:prstGeom prst="rect">
            <a:avLst/>
          </a:prstGeom>
          <a:noFill/>
        </p:spPr>
        <p:txBody>
          <a:bodyPr wrap="square" lIns="45720" rIns="45720" anchor="ctr">
            <a:spAutoFit/>
          </a:bodyPr>
          <a:lstStyle/>
          <a:p>
            <a:pPr algn="l">
              <a:spcAft>
                <a:spcPts val="400"/>
              </a:spcAft>
            </a:pPr>
            <a:r>
              <a:rPr sz="1600" b="1" i="0">
                <a:solidFill>
                  <a:srgbClr val="C00000"/>
                </a:solidFill>
                <a:latin typeface="Times New Roman"/>
              </a:rPr>
              <a:t>Limitation: </a:t>
            </a:r>
            <a:r>
              <a:rPr sz="1600" b="0" i="0">
                <a:solidFill>
                  <a:srgbClr val="242424"/>
                </a:solidFill>
                <a:latin typeface="Times New Roman"/>
              </a:rPr>
              <a:t>the corrected audit followed inspection of the first results, so the final test is not a newly blind holdout.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8288" y="612648"/>
            <a:ext cx="438912" cy="438912"/>
          </a:xfrm>
          <a:prstGeom prst="rect">
            <a:avLst/>
          </a:prstGeom>
        </p:spPr>
      </p:pic>
      <p:sp>
        <p:nvSpPr>
          <p:cNvPr id="4" name="Title"/>
          <p:cNvSpPr txBox="1"/>
          <p:nvPr/>
        </p:nvSpPr>
        <p:spPr>
          <a:xfrm>
            <a:off x="457200" y="548640"/>
            <a:ext cx="7726679" cy="822960"/>
          </a:xfrm>
          <a:prstGeom prst="rect">
            <a:avLst/>
          </a:prstGeom>
          <a:noFill/>
        </p:spPr>
        <p:txBody>
          <a:bodyPr wrap="square" lIns="45720" rIns="45720" anchor="t">
            <a:spAutoFit/>
          </a:bodyPr>
          <a:lstStyle/>
          <a:p>
            <a:pPr algn="l">
              <a:spcAft>
                <a:spcPts val="400"/>
              </a:spcAft>
            </a:pPr>
            <a:r>
              <a:rPr sz="2400" b="1" i="0">
                <a:solidFill>
                  <a:srgbClr val="C00000"/>
                </a:solidFill>
                <a:latin typeface="Times New Roman"/>
              </a:rPr>
              <a:t>Four models test increasingly structured assumptions</a:t>
            </a:r>
          </a:p>
        </p:txBody>
      </p:sp>
      <p:sp>
        <p:nvSpPr>
          <p:cNvPr id="38" name="灯片编号占位符 3">
            <a:extLst>
              <a:ext uri="{FF2B5EF4-FFF2-40B4-BE49-F238E27FC236}">
                <a16:creationId xmlns:a16="http://schemas.microsoft.com/office/drawing/2014/main" id="{9DCE690A-4DDE-D357-CF33-ECA2C1B5F0F6}"/>
              </a:ext>
            </a:extLst>
          </p:cNvPr>
          <p:cNvSpPr>
            <a:spLocks noGrp="1"/>
          </p:cNvSpPr>
          <p:nvPr>
            <p:ph type="sldNum" sz="quarter" idx="12"/>
          </p:nvPr>
        </p:nvSpPr>
        <p:spPr>
          <a:xfrm>
            <a:off x="9677400" y="6553200"/>
            <a:ext cx="2540000" cy="457200"/>
          </a:xfrm>
        </p:spPr>
        <p:txBody>
          <a:bodyPr/>
          <a:lstStyle/>
          <a:p>
            <a:fld id="{6C395895-F29C-4166-A949-0FBA29CB659F}" type="slidenum">
              <a:rPr lang="en-US" altLang="en-US" smtClean="0"/>
              <a:pPr/>
              <a:t>3</a:t>
            </a:fld>
            <a:endParaRPr lang="en-US" altLang="en-US" dirty="0"/>
          </a:p>
        </p:txBody>
      </p:sp>
      <p:sp>
        <p:nvSpPr>
          <p:cNvPr id="39" name="Rectangle 38"/>
          <p:cNvSpPr/>
          <p:nvPr/>
        </p:nvSpPr>
        <p:spPr>
          <a:xfrm>
            <a:off x="411480" y="1463040"/>
            <a:ext cx="2743200" cy="2514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11480" y="1463040"/>
            <a:ext cx="2743200" cy="566928"/>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02920" y="1463040"/>
            <a:ext cx="2560320" cy="566928"/>
          </a:xfrm>
          <a:prstGeom prst="rect">
            <a:avLst/>
          </a:prstGeom>
          <a:noFill/>
        </p:spPr>
        <p:txBody>
          <a:bodyPr wrap="square" lIns="45720" rIns="45720" anchor="ctr">
            <a:spAutoFit/>
          </a:bodyPr>
          <a:lstStyle/>
          <a:p>
            <a:pPr algn="l">
              <a:spcAft>
                <a:spcPts val="400"/>
              </a:spcAft>
            </a:pPr>
            <a:r>
              <a:rPr sz="1800" b="1" i="0">
                <a:solidFill>
                  <a:srgbClr val="FFFFFF"/>
                </a:solidFill>
                <a:latin typeface="Times New Roman"/>
              </a:rPr>
              <a:t>Nearest centroid</a:t>
            </a:r>
          </a:p>
        </p:txBody>
      </p:sp>
      <p:sp>
        <p:nvSpPr>
          <p:cNvPr id="42" name="TextBox 41"/>
          <p:cNvSpPr txBox="1"/>
          <p:nvPr/>
        </p:nvSpPr>
        <p:spPr>
          <a:xfrm>
            <a:off x="521208" y="2121408"/>
            <a:ext cx="2523744" cy="1828800"/>
          </a:xfrm>
          <a:prstGeom prst="rect">
            <a:avLst/>
          </a:prstGeom>
          <a:noFill/>
        </p:spPr>
        <p:txBody>
          <a:bodyPr wrap="square" lIns="45720" rIns="45720" anchor="t">
            <a:spAutoFit/>
          </a:bodyPr>
          <a:lstStyle/>
          <a:p>
            <a:pPr algn="l">
              <a:spcAft>
                <a:spcPts val="800"/>
              </a:spcAft>
            </a:pPr>
            <a:r>
              <a:rPr sz="1600" b="1" i="0">
                <a:solidFill>
                  <a:srgbClr val="242424"/>
                </a:solidFill>
                <a:latin typeface="Times New Roman"/>
              </a:rPr>
              <a:t>Can average class shape solve the task?</a:t>
            </a:r>
          </a:p>
          <a:p>
            <a:pPr algn="l">
              <a:spcAft>
                <a:spcPts val="800"/>
              </a:spcAft>
            </a:pPr>
            <a:r>
              <a:rPr sz="1600" b="0" i="0">
                <a:solidFill>
                  <a:srgbClr val="242424"/>
                </a:solidFill>
                <a:latin typeface="Times New Roman"/>
              </a:rPr>
              <a:t>A no-gradient reference for the minimum useful performance.</a:t>
            </a:r>
          </a:p>
        </p:txBody>
      </p:sp>
      <p:sp>
        <p:nvSpPr>
          <p:cNvPr id="43" name="Right Arrow 42"/>
          <p:cNvSpPr/>
          <p:nvPr/>
        </p:nvSpPr>
        <p:spPr>
          <a:xfrm>
            <a:off x="3136392" y="1609344"/>
            <a:ext cx="173736" cy="274320"/>
          </a:xfrm>
          <a:prstGeom prst="righ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291840" y="1463040"/>
            <a:ext cx="2743200" cy="2514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3291840" y="1463040"/>
            <a:ext cx="2743200" cy="566928"/>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383280" y="1463040"/>
            <a:ext cx="2560320" cy="566928"/>
          </a:xfrm>
          <a:prstGeom prst="rect">
            <a:avLst/>
          </a:prstGeom>
          <a:noFill/>
        </p:spPr>
        <p:txBody>
          <a:bodyPr wrap="square" lIns="45720" rIns="45720" anchor="ctr">
            <a:spAutoFit/>
          </a:bodyPr>
          <a:lstStyle/>
          <a:p>
            <a:pPr algn="l">
              <a:spcAft>
                <a:spcPts val="400"/>
              </a:spcAft>
            </a:pPr>
            <a:r>
              <a:rPr sz="1800" b="1" i="0">
                <a:solidFill>
                  <a:srgbClr val="FFFFFF"/>
                </a:solidFill>
                <a:latin typeface="Times New Roman"/>
              </a:rPr>
              <a:t>Logistic regression</a:t>
            </a:r>
          </a:p>
        </p:txBody>
      </p:sp>
      <p:sp>
        <p:nvSpPr>
          <p:cNvPr id="47" name="TextBox 46"/>
          <p:cNvSpPr txBox="1"/>
          <p:nvPr/>
        </p:nvSpPr>
        <p:spPr>
          <a:xfrm>
            <a:off x="3401568" y="2121408"/>
            <a:ext cx="2523744" cy="1828800"/>
          </a:xfrm>
          <a:prstGeom prst="rect">
            <a:avLst/>
          </a:prstGeom>
          <a:noFill/>
        </p:spPr>
        <p:txBody>
          <a:bodyPr wrap="square" lIns="45720" rIns="45720" anchor="t">
            <a:spAutoFit/>
          </a:bodyPr>
          <a:lstStyle/>
          <a:p>
            <a:pPr algn="l">
              <a:spcAft>
                <a:spcPts val="800"/>
              </a:spcAft>
            </a:pPr>
            <a:r>
              <a:rPr sz="1600" b="1" i="0">
                <a:solidFill>
                  <a:srgbClr val="242424"/>
                </a:solidFill>
                <a:latin typeface="Times New Roman"/>
              </a:rPr>
              <a:t>Are learned linear pixel weights enough?</a:t>
            </a:r>
          </a:p>
          <a:p>
            <a:pPr algn="l">
              <a:spcAft>
                <a:spcPts val="800"/>
              </a:spcAft>
            </a:pPr>
            <a:r>
              <a:rPr sz="1600" b="0" i="0">
                <a:solidFill>
                  <a:srgbClr val="242424"/>
                </a:solidFill>
                <a:latin typeface="Times New Roman"/>
              </a:rPr>
              <a:t>Adds supervised learning but no nonlinear pixel interactions.</a:t>
            </a:r>
          </a:p>
        </p:txBody>
      </p:sp>
      <p:sp>
        <p:nvSpPr>
          <p:cNvPr id="48" name="Right Arrow 47"/>
          <p:cNvSpPr/>
          <p:nvPr/>
        </p:nvSpPr>
        <p:spPr>
          <a:xfrm>
            <a:off x="6016752" y="1609344"/>
            <a:ext cx="173736" cy="274320"/>
          </a:xfrm>
          <a:prstGeom prst="righ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172200" y="1463040"/>
            <a:ext cx="2743200" cy="2514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172200" y="1463040"/>
            <a:ext cx="2743200" cy="566928"/>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263640" y="1463040"/>
            <a:ext cx="2560320" cy="566928"/>
          </a:xfrm>
          <a:prstGeom prst="rect">
            <a:avLst/>
          </a:prstGeom>
          <a:noFill/>
        </p:spPr>
        <p:txBody>
          <a:bodyPr wrap="square" lIns="45720" rIns="45720" anchor="ctr">
            <a:spAutoFit/>
          </a:bodyPr>
          <a:lstStyle/>
          <a:p>
            <a:pPr algn="l">
              <a:spcAft>
                <a:spcPts val="400"/>
              </a:spcAft>
            </a:pPr>
            <a:r>
              <a:rPr sz="1800" b="1" i="0">
                <a:solidFill>
                  <a:srgbClr val="FFFFFF"/>
                </a:solidFill>
                <a:latin typeface="Times New Roman"/>
              </a:rPr>
              <a:t>MLP</a:t>
            </a:r>
          </a:p>
        </p:txBody>
      </p:sp>
      <p:sp>
        <p:nvSpPr>
          <p:cNvPr id="52" name="TextBox 51"/>
          <p:cNvSpPr txBox="1"/>
          <p:nvPr/>
        </p:nvSpPr>
        <p:spPr>
          <a:xfrm>
            <a:off x="6281928" y="2121408"/>
            <a:ext cx="2523744" cy="1828800"/>
          </a:xfrm>
          <a:prstGeom prst="rect">
            <a:avLst/>
          </a:prstGeom>
          <a:noFill/>
        </p:spPr>
        <p:txBody>
          <a:bodyPr wrap="square" lIns="45720" rIns="45720" anchor="t">
            <a:spAutoFit/>
          </a:bodyPr>
          <a:lstStyle/>
          <a:p>
            <a:pPr algn="l">
              <a:spcAft>
                <a:spcPts val="800"/>
              </a:spcAft>
            </a:pPr>
            <a:r>
              <a:rPr sz="1600" b="1" i="0">
                <a:solidFill>
                  <a:srgbClr val="242424"/>
                </a:solidFill>
                <a:latin typeface="Times New Roman"/>
              </a:rPr>
              <a:t>Does nonlinearity explain the gain?</a:t>
            </a:r>
          </a:p>
          <a:p>
            <a:pPr algn="l">
              <a:spcAft>
                <a:spcPts val="800"/>
              </a:spcAft>
            </a:pPr>
            <a:r>
              <a:rPr sz="1600" b="0" i="0">
                <a:solidFill>
                  <a:srgbClr val="242424"/>
                </a:solidFill>
                <a:latin typeface="Times New Roman"/>
              </a:rPr>
              <a:t>Learns nonlinear interactions after flattening the 784 pixels.</a:t>
            </a:r>
          </a:p>
        </p:txBody>
      </p:sp>
      <p:sp>
        <p:nvSpPr>
          <p:cNvPr id="53" name="Right Arrow 52"/>
          <p:cNvSpPr/>
          <p:nvPr/>
        </p:nvSpPr>
        <p:spPr>
          <a:xfrm>
            <a:off x="8897112" y="1609344"/>
            <a:ext cx="173736" cy="274320"/>
          </a:xfrm>
          <a:prstGeom prst="righ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052559" y="1463040"/>
            <a:ext cx="2743200" cy="2514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9052559" y="1463040"/>
            <a:ext cx="2743200" cy="5669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143999" y="1463040"/>
            <a:ext cx="2560320" cy="566928"/>
          </a:xfrm>
          <a:prstGeom prst="rect">
            <a:avLst/>
          </a:prstGeom>
          <a:noFill/>
        </p:spPr>
        <p:txBody>
          <a:bodyPr wrap="square" lIns="45720" rIns="45720" anchor="ctr">
            <a:spAutoFit/>
          </a:bodyPr>
          <a:lstStyle/>
          <a:p>
            <a:pPr algn="l">
              <a:spcAft>
                <a:spcPts val="400"/>
              </a:spcAft>
            </a:pPr>
            <a:r>
              <a:rPr sz="1800" b="1" i="0">
                <a:solidFill>
                  <a:srgbClr val="FFFFFF"/>
                </a:solidFill>
                <a:latin typeface="Times New Roman"/>
              </a:rPr>
              <a:t>CNN</a:t>
            </a:r>
          </a:p>
        </p:txBody>
      </p:sp>
      <p:sp>
        <p:nvSpPr>
          <p:cNvPr id="57" name="TextBox 56"/>
          <p:cNvSpPr txBox="1"/>
          <p:nvPr/>
        </p:nvSpPr>
        <p:spPr>
          <a:xfrm>
            <a:off x="9162287" y="2121408"/>
            <a:ext cx="2523744" cy="1828800"/>
          </a:xfrm>
          <a:prstGeom prst="rect">
            <a:avLst/>
          </a:prstGeom>
          <a:noFill/>
        </p:spPr>
        <p:txBody>
          <a:bodyPr wrap="square" lIns="45720" rIns="45720" anchor="t">
            <a:spAutoFit/>
          </a:bodyPr>
          <a:lstStyle/>
          <a:p>
            <a:pPr algn="l">
              <a:spcAft>
                <a:spcPts val="800"/>
              </a:spcAft>
            </a:pPr>
            <a:r>
              <a:rPr sz="1600" b="1" i="0">
                <a:solidFill>
                  <a:srgbClr val="C00000"/>
                </a:solidFill>
                <a:latin typeface="Times New Roman"/>
              </a:rPr>
              <a:t>Does spatial locality add the missing advantage?</a:t>
            </a:r>
          </a:p>
          <a:p>
            <a:pPr algn="l">
              <a:spcAft>
                <a:spcPts val="800"/>
              </a:spcAft>
            </a:pPr>
            <a:r>
              <a:rPr sz="1600" b="0" i="0">
                <a:solidFill>
                  <a:srgbClr val="242424"/>
                </a:solidFill>
                <a:latin typeface="Times New Roman"/>
              </a:rPr>
              <a:t>Uses shared 3 × 3 filters on neighbouring pixels.</a:t>
            </a:r>
          </a:p>
        </p:txBody>
      </p:sp>
      <p:sp>
        <p:nvSpPr>
          <p:cNvPr id="58" name="Rectangle 57"/>
          <p:cNvSpPr/>
          <p:nvPr/>
        </p:nvSpPr>
        <p:spPr>
          <a:xfrm>
            <a:off x="411480" y="4206240"/>
            <a:ext cx="11384280" cy="960120"/>
          </a:xfrm>
          <a:prstGeom prst="rect">
            <a:avLst/>
          </a:prstGeom>
          <a:solidFill>
            <a:srgbClr val="F8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48640" y="4206240"/>
            <a:ext cx="11155680" cy="960120"/>
          </a:xfrm>
          <a:prstGeom prst="rect">
            <a:avLst/>
          </a:prstGeom>
          <a:noFill/>
        </p:spPr>
        <p:txBody>
          <a:bodyPr wrap="square" lIns="45720" rIns="45720" anchor="ctr">
            <a:spAutoFit/>
          </a:bodyPr>
          <a:lstStyle/>
          <a:p>
            <a:pPr algn="l">
              <a:spcAft>
                <a:spcPts val="0"/>
              </a:spcAft>
            </a:pPr>
            <a:r>
              <a:rPr sz="1600" b="1" i="0">
                <a:solidFill>
                  <a:srgbClr val="C00000"/>
                </a:solidFill>
                <a:latin typeface="Times New Roman"/>
              </a:rPr>
              <a:t>Why these four: </a:t>
            </a:r>
            <a:r>
              <a:rPr sz="1600" b="0" i="0">
                <a:solidFill>
                  <a:srgbClr val="242424"/>
                </a:solidFill>
                <a:latin typeface="Times New Roman"/>
              </a:rPr>
              <a:t>centroid tests class averages; logistic adds learned linear weights; MLP adds nonlinearity; CNN adds local shared filters. The MLP–CNN comparison therefore tests whether locality explains the remaining accuracy gain.</a:t>
            </a:r>
          </a:p>
        </p:txBody>
      </p:sp>
      <p:sp>
        <p:nvSpPr>
          <p:cNvPr id="60" name="TextBox 59"/>
          <p:cNvSpPr txBox="1"/>
          <p:nvPr/>
        </p:nvSpPr>
        <p:spPr>
          <a:xfrm>
            <a:off x="411480" y="5349240"/>
            <a:ext cx="11384280" cy="457200"/>
          </a:xfrm>
          <a:prstGeom prst="rect">
            <a:avLst/>
          </a:prstGeom>
          <a:noFill/>
        </p:spPr>
        <p:txBody>
          <a:bodyPr wrap="square" lIns="45720" rIns="45720" anchor="ctr">
            <a:spAutoFit/>
          </a:bodyPr>
          <a:lstStyle/>
          <a:p>
            <a:pPr algn="l">
              <a:spcAft>
                <a:spcPts val="400"/>
              </a:spcAft>
            </a:pPr>
            <a:r>
              <a:rPr sz="1400" b="1" i="0">
                <a:solidFill>
                  <a:srgbClr val="595959"/>
                </a:solidFill>
                <a:latin typeface="Times New Roman"/>
              </a:rPr>
              <a:t>Fair comparison: </a:t>
            </a:r>
            <a:r>
              <a:rPr sz="1400" b="0" i="0">
                <a:solidFill>
                  <a:srgbClr val="595959"/>
                </a:solidFill>
                <a:latin typeface="Times New Roman"/>
              </a:rPr>
              <a:t>same split, preprocessing and seeds; validation-only learning-rate selection; no augmentation or pretrained weights.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8288" y="612648"/>
            <a:ext cx="438912" cy="438912"/>
          </a:xfrm>
          <a:prstGeom prst="rect">
            <a:avLst/>
          </a:prstGeom>
        </p:spPr>
      </p:pic>
      <p:sp>
        <p:nvSpPr>
          <p:cNvPr id="4" name="Title"/>
          <p:cNvSpPr txBox="1"/>
          <p:nvPr/>
        </p:nvSpPr>
        <p:spPr>
          <a:xfrm>
            <a:off x="457200" y="548640"/>
            <a:ext cx="7726679" cy="822960"/>
          </a:xfrm>
          <a:prstGeom prst="rect">
            <a:avLst/>
          </a:prstGeom>
          <a:noFill/>
        </p:spPr>
        <p:txBody>
          <a:bodyPr wrap="square" lIns="45720" rIns="45720" anchor="t">
            <a:spAutoFit/>
          </a:bodyPr>
          <a:lstStyle/>
          <a:p>
            <a:pPr algn="l">
              <a:spcAft>
                <a:spcPts val="400"/>
              </a:spcAft>
            </a:pPr>
            <a:r>
              <a:rPr sz="2400" b="1" i="0">
                <a:solidFill>
                  <a:srgbClr val="C00000"/>
                </a:solidFill>
                <a:latin typeface="Times New Roman"/>
              </a:rPr>
              <a:t>The CNN gains 3.0 points over the MLP with fewer parameters</a:t>
            </a:r>
          </a:p>
        </p:txBody>
      </p:sp>
      <p:sp>
        <p:nvSpPr>
          <p:cNvPr id="38" name="灯片编号占位符 3">
            <a:extLst>
              <a:ext uri="{FF2B5EF4-FFF2-40B4-BE49-F238E27FC236}">
                <a16:creationId xmlns:a16="http://schemas.microsoft.com/office/drawing/2014/main" id="{9DCE690A-4DDE-D357-CF33-ECA2C1B5F0F6}"/>
              </a:ext>
            </a:extLst>
          </p:cNvPr>
          <p:cNvSpPr>
            <a:spLocks noGrp="1"/>
          </p:cNvSpPr>
          <p:nvPr>
            <p:ph type="sldNum" sz="quarter" idx="12"/>
          </p:nvPr>
        </p:nvSpPr>
        <p:spPr>
          <a:xfrm>
            <a:off x="9677400" y="6553200"/>
            <a:ext cx="2540000" cy="457200"/>
          </a:xfrm>
        </p:spPr>
        <p:txBody>
          <a:bodyPr/>
          <a:lstStyle/>
          <a:p>
            <a:fld id="{6C395895-F29C-4166-A949-0FBA29CB659F}" type="slidenum">
              <a:rPr lang="en-US" altLang="en-US" smtClean="0"/>
              <a:pPr/>
              <a:t>4</a:t>
            </a:fld>
            <a:endParaRPr lang="en-US" altLang="en-US" dirty="0"/>
          </a:p>
        </p:txBody>
      </p:sp>
      <p:graphicFrame>
        <p:nvGraphicFramePr>
          <p:cNvPr id="39" name="Table 38"/>
          <p:cNvGraphicFramePr>
            <a:graphicFrameLocks noGrp="1"/>
          </p:cNvGraphicFramePr>
          <p:nvPr/>
        </p:nvGraphicFramePr>
        <p:xfrm>
          <a:off x="411480" y="1554480"/>
          <a:ext cx="11384280" cy="2743200"/>
        </p:xfrm>
        <a:graphic>
          <a:graphicData uri="http://schemas.openxmlformats.org/drawingml/2006/table">
            <a:tbl>
              <a:tblPr firstRow="1">
                <a:tableStyleId>{5C22544A-7EE6-4342-B048-85BDC9FD1C3A}</a:tableStyleId>
              </a:tblPr>
              <a:tblGrid>
                <a:gridCol w="32918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48640">
                <a:tc>
                  <a:txBody>
                    <a:bodyPr/>
                    <a:lstStyle/>
                    <a:p>
                      <a:pPr algn="l"/>
                      <a:r>
                        <a:rPr sz="1900" b="1" i="0">
                          <a:solidFill>
                            <a:srgbClr val="FFFFFF"/>
                          </a:solidFill>
                          <a:latin typeface="Times New Roman"/>
                        </a:rPr>
                        <a:t>Model</a:t>
                      </a:r>
                    </a:p>
                  </a:txBody>
                  <a:tcPr marL="73152" marR="54864" marT="27432" marB="27432" anchor="ctr">
                    <a:solidFill>
                      <a:srgbClr val="404040"/>
                    </a:solidFill>
                  </a:tcPr>
                </a:tc>
                <a:tc>
                  <a:txBody>
                    <a:bodyPr/>
                    <a:lstStyle/>
                    <a:p>
                      <a:pPr algn="ctr"/>
                      <a:r>
                        <a:rPr sz="1900" b="1" i="0">
                          <a:solidFill>
                            <a:srgbClr val="FFFFFF"/>
                          </a:solidFill>
                          <a:latin typeface="Times New Roman"/>
                        </a:rPr>
                        <a:t>Test accuracy %</a:t>
                      </a:r>
                    </a:p>
                  </a:txBody>
                  <a:tcPr marL="73152" marR="54864" marT="27432" marB="27432" anchor="ctr">
                    <a:solidFill>
                      <a:srgbClr val="404040"/>
                    </a:solidFill>
                  </a:tcPr>
                </a:tc>
                <a:tc>
                  <a:txBody>
                    <a:bodyPr/>
                    <a:lstStyle/>
                    <a:p>
                      <a:pPr algn="ctr"/>
                      <a:r>
                        <a:rPr sz="1900" b="1" i="0">
                          <a:solidFill>
                            <a:srgbClr val="FFFFFF"/>
                          </a:solidFill>
                          <a:latin typeface="Times New Roman"/>
                        </a:rPr>
                        <a:t>Training time (s)</a:t>
                      </a:r>
                    </a:p>
                  </a:txBody>
                  <a:tcPr marL="73152" marR="54864" marT="27432" marB="27432" anchor="ctr">
                    <a:solidFill>
                      <a:srgbClr val="404040"/>
                    </a:solidFill>
                  </a:tcPr>
                </a:tc>
                <a:tc>
                  <a:txBody>
                    <a:bodyPr/>
                    <a:lstStyle/>
                    <a:p>
                      <a:pPr algn="ctr"/>
                      <a:r>
                        <a:rPr sz="1900" b="1" i="0">
                          <a:solidFill>
                            <a:srgbClr val="FFFFFF"/>
                          </a:solidFill>
                          <a:latin typeface="Times New Roman"/>
                        </a:rPr>
                        <a:t>Parameters</a:t>
                      </a:r>
                    </a:p>
                  </a:txBody>
                  <a:tcPr marL="73152" marR="54864" marT="27432" marB="27432" anchor="ctr">
                    <a:solidFill>
                      <a:srgbClr val="404040"/>
                    </a:solidFill>
                  </a:tcPr>
                </a:tc>
                <a:extLst>
                  <a:ext uri="{0D108BD9-81ED-4DB2-BD59-A6C34878D82A}">
                    <a16:rowId xmlns:a16="http://schemas.microsoft.com/office/drawing/2014/main" val="10000"/>
                  </a:ext>
                </a:extLst>
              </a:tr>
              <a:tr h="548640">
                <a:tc>
                  <a:txBody>
                    <a:bodyPr/>
                    <a:lstStyle/>
                    <a:p>
                      <a:pPr algn="l"/>
                      <a:r>
                        <a:rPr sz="1900" b="0" i="0">
                          <a:solidFill>
                            <a:srgbClr val="242424"/>
                          </a:solidFill>
                          <a:latin typeface="Times New Roman"/>
                        </a:rPr>
                        <a:t>Nearest centroid</a:t>
                      </a:r>
                    </a:p>
                  </a:txBody>
                  <a:tcPr marL="73152" marR="54864" marT="27432" marB="27432" anchor="ctr">
                    <a:solidFill>
                      <a:srgbClr val="FFFFFF"/>
                    </a:solidFill>
                  </a:tcPr>
                </a:tc>
                <a:tc>
                  <a:txBody>
                    <a:bodyPr/>
                    <a:lstStyle/>
                    <a:p>
                      <a:pPr algn="ctr"/>
                      <a:r>
                        <a:rPr sz="1900" b="0" i="0">
                          <a:solidFill>
                            <a:srgbClr val="242424"/>
                          </a:solidFill>
                          <a:latin typeface="Times New Roman"/>
                        </a:rPr>
                        <a:t>67.7 ± 0.0</a:t>
                      </a:r>
                    </a:p>
                  </a:txBody>
                  <a:tcPr marL="73152" marR="54864" marT="27432" marB="27432" anchor="ctr">
                    <a:solidFill>
                      <a:srgbClr val="FFFFFF"/>
                    </a:solidFill>
                  </a:tcPr>
                </a:tc>
                <a:tc>
                  <a:txBody>
                    <a:bodyPr/>
                    <a:lstStyle/>
                    <a:p>
                      <a:pPr algn="ctr"/>
                      <a:r>
                        <a:rPr sz="1900" b="0" i="0">
                          <a:solidFill>
                            <a:srgbClr val="242424"/>
                          </a:solidFill>
                          <a:latin typeface="Times New Roman"/>
                        </a:rPr>
                        <a:t>0.02</a:t>
                      </a:r>
                    </a:p>
                  </a:txBody>
                  <a:tcPr marL="73152" marR="54864" marT="27432" marB="27432" anchor="ctr">
                    <a:solidFill>
                      <a:srgbClr val="FFFFFF"/>
                    </a:solidFill>
                  </a:tcPr>
                </a:tc>
                <a:tc>
                  <a:txBody>
                    <a:bodyPr/>
                    <a:lstStyle/>
                    <a:p>
                      <a:pPr algn="ctr"/>
                      <a:r>
                        <a:rPr sz="1900" b="0" i="0">
                          <a:solidFill>
                            <a:srgbClr val="242424"/>
                          </a:solidFill>
                          <a:latin typeface="Times New Roman"/>
                        </a:rPr>
                        <a:t>0 (7,840 stored)</a:t>
                      </a:r>
                    </a:p>
                  </a:txBody>
                  <a:tcPr marL="73152" marR="54864" marT="27432" marB="27432" anchor="ctr">
                    <a:solidFill>
                      <a:srgbClr val="FFFFFF"/>
                    </a:solidFill>
                  </a:tcPr>
                </a:tc>
                <a:extLst>
                  <a:ext uri="{0D108BD9-81ED-4DB2-BD59-A6C34878D82A}">
                    <a16:rowId xmlns:a16="http://schemas.microsoft.com/office/drawing/2014/main" val="10001"/>
                  </a:ext>
                </a:extLst>
              </a:tr>
              <a:tr h="548640">
                <a:tc>
                  <a:txBody>
                    <a:bodyPr/>
                    <a:lstStyle/>
                    <a:p>
                      <a:pPr algn="l"/>
                      <a:r>
                        <a:rPr sz="1900" b="0" i="0">
                          <a:solidFill>
                            <a:srgbClr val="242424"/>
                          </a:solidFill>
                          <a:latin typeface="Times New Roman"/>
                        </a:rPr>
                        <a:t>Logistic regression</a:t>
                      </a:r>
                    </a:p>
                  </a:txBody>
                  <a:tcPr marL="73152" marR="54864" marT="27432" marB="27432" anchor="ctr">
                    <a:solidFill>
                      <a:srgbClr val="F2F2F2"/>
                    </a:solidFill>
                  </a:tcPr>
                </a:tc>
                <a:tc>
                  <a:txBody>
                    <a:bodyPr/>
                    <a:lstStyle/>
                    <a:p>
                      <a:pPr algn="ctr"/>
                      <a:r>
                        <a:rPr sz="1900" b="0" i="0">
                          <a:solidFill>
                            <a:srgbClr val="242424"/>
                          </a:solidFill>
                          <a:latin typeface="Times New Roman"/>
                        </a:rPr>
                        <a:t>84.4 ± 0.1</a:t>
                      </a:r>
                    </a:p>
                  </a:txBody>
                  <a:tcPr marL="73152" marR="54864" marT="27432" marB="27432" anchor="ctr">
                    <a:solidFill>
                      <a:srgbClr val="F2F2F2"/>
                    </a:solidFill>
                  </a:tcPr>
                </a:tc>
                <a:tc>
                  <a:txBody>
                    <a:bodyPr/>
                    <a:lstStyle/>
                    <a:p>
                      <a:pPr algn="ctr"/>
                      <a:r>
                        <a:rPr sz="1900" b="0" i="0">
                          <a:solidFill>
                            <a:srgbClr val="242424"/>
                          </a:solidFill>
                          <a:latin typeface="Times New Roman"/>
                        </a:rPr>
                        <a:t>3.2</a:t>
                      </a:r>
                    </a:p>
                  </a:txBody>
                  <a:tcPr marL="73152" marR="54864" marT="27432" marB="27432" anchor="ctr">
                    <a:solidFill>
                      <a:srgbClr val="F2F2F2"/>
                    </a:solidFill>
                  </a:tcPr>
                </a:tc>
                <a:tc>
                  <a:txBody>
                    <a:bodyPr/>
                    <a:lstStyle/>
                    <a:p>
                      <a:pPr algn="ctr"/>
                      <a:r>
                        <a:rPr sz="1900" b="0" i="0">
                          <a:solidFill>
                            <a:srgbClr val="242424"/>
                          </a:solidFill>
                          <a:latin typeface="Times New Roman"/>
                        </a:rPr>
                        <a:t>7,850</a:t>
                      </a:r>
                    </a:p>
                  </a:txBody>
                  <a:tcPr marL="73152" marR="54864" marT="27432" marB="27432" anchor="ctr">
                    <a:solidFill>
                      <a:srgbClr val="F2F2F2"/>
                    </a:solidFill>
                  </a:tcPr>
                </a:tc>
                <a:extLst>
                  <a:ext uri="{0D108BD9-81ED-4DB2-BD59-A6C34878D82A}">
                    <a16:rowId xmlns:a16="http://schemas.microsoft.com/office/drawing/2014/main" val="10002"/>
                  </a:ext>
                </a:extLst>
              </a:tr>
              <a:tr h="548640">
                <a:tc>
                  <a:txBody>
                    <a:bodyPr/>
                    <a:lstStyle/>
                    <a:p>
                      <a:pPr algn="l"/>
                      <a:r>
                        <a:rPr sz="1900" b="0" i="0">
                          <a:solidFill>
                            <a:srgbClr val="242424"/>
                          </a:solidFill>
                          <a:latin typeface="Times New Roman"/>
                        </a:rPr>
                        <a:t>MLP</a:t>
                      </a:r>
                    </a:p>
                  </a:txBody>
                  <a:tcPr marL="73152" marR="54864" marT="27432" marB="27432" anchor="ctr">
                    <a:solidFill>
                      <a:srgbClr val="FFFFFF"/>
                    </a:solidFill>
                  </a:tcPr>
                </a:tc>
                <a:tc>
                  <a:txBody>
                    <a:bodyPr/>
                    <a:lstStyle/>
                    <a:p>
                      <a:pPr algn="ctr"/>
                      <a:r>
                        <a:rPr sz="1900" b="0" i="0">
                          <a:solidFill>
                            <a:srgbClr val="242424"/>
                          </a:solidFill>
                          <a:latin typeface="Times New Roman"/>
                        </a:rPr>
                        <a:t>88.3 ± 0.2</a:t>
                      </a:r>
                    </a:p>
                  </a:txBody>
                  <a:tcPr marL="73152" marR="54864" marT="27432" marB="27432" anchor="ctr">
                    <a:solidFill>
                      <a:srgbClr val="FFFFFF"/>
                    </a:solidFill>
                  </a:tcPr>
                </a:tc>
                <a:tc>
                  <a:txBody>
                    <a:bodyPr/>
                    <a:lstStyle/>
                    <a:p>
                      <a:pPr algn="ctr"/>
                      <a:r>
                        <a:rPr sz="1900" b="0" i="0">
                          <a:solidFill>
                            <a:srgbClr val="242424"/>
                          </a:solidFill>
                          <a:latin typeface="Times New Roman"/>
                        </a:rPr>
                        <a:t>6.8</a:t>
                      </a:r>
                    </a:p>
                  </a:txBody>
                  <a:tcPr marL="73152" marR="54864" marT="27432" marB="27432" anchor="ctr">
                    <a:solidFill>
                      <a:srgbClr val="FFFFFF"/>
                    </a:solidFill>
                  </a:tcPr>
                </a:tc>
                <a:tc>
                  <a:txBody>
                    <a:bodyPr/>
                    <a:lstStyle/>
                    <a:p>
                      <a:pPr algn="ctr"/>
                      <a:r>
                        <a:rPr sz="1900" b="0" i="0">
                          <a:solidFill>
                            <a:srgbClr val="242424"/>
                          </a:solidFill>
                          <a:latin typeface="Times New Roman"/>
                        </a:rPr>
                        <a:t>118,282</a:t>
                      </a:r>
                    </a:p>
                  </a:txBody>
                  <a:tcPr marL="73152" marR="54864" marT="27432" marB="27432" anchor="ctr">
                    <a:solidFill>
                      <a:srgbClr val="FFFFFF"/>
                    </a:solidFill>
                  </a:tcPr>
                </a:tc>
                <a:extLst>
                  <a:ext uri="{0D108BD9-81ED-4DB2-BD59-A6C34878D82A}">
                    <a16:rowId xmlns:a16="http://schemas.microsoft.com/office/drawing/2014/main" val="10003"/>
                  </a:ext>
                </a:extLst>
              </a:tr>
              <a:tr h="548640">
                <a:tc>
                  <a:txBody>
                    <a:bodyPr/>
                    <a:lstStyle/>
                    <a:p>
                      <a:pPr algn="l"/>
                      <a:r>
                        <a:rPr sz="1900" b="1" i="0">
                          <a:solidFill>
                            <a:srgbClr val="C00000"/>
                          </a:solidFill>
                          <a:latin typeface="Times New Roman"/>
                        </a:rPr>
                        <a:t>CNN</a:t>
                      </a:r>
                    </a:p>
                  </a:txBody>
                  <a:tcPr marL="73152" marR="54864" marT="27432" marB="27432" anchor="ctr">
                    <a:solidFill>
                      <a:srgbClr val="F8E5E5"/>
                    </a:solidFill>
                  </a:tcPr>
                </a:tc>
                <a:tc>
                  <a:txBody>
                    <a:bodyPr/>
                    <a:lstStyle/>
                    <a:p>
                      <a:pPr algn="ctr"/>
                      <a:r>
                        <a:rPr sz="1900" b="1" i="0">
                          <a:solidFill>
                            <a:srgbClr val="C00000"/>
                          </a:solidFill>
                          <a:latin typeface="Times New Roman"/>
                        </a:rPr>
                        <a:t>91.3 ± 0.3</a:t>
                      </a:r>
                    </a:p>
                  </a:txBody>
                  <a:tcPr marL="73152" marR="54864" marT="27432" marB="27432" anchor="ctr">
                    <a:solidFill>
                      <a:srgbClr val="F8E5E5"/>
                    </a:solidFill>
                  </a:tcPr>
                </a:tc>
                <a:tc>
                  <a:txBody>
                    <a:bodyPr/>
                    <a:lstStyle/>
                    <a:p>
                      <a:pPr algn="ctr"/>
                      <a:r>
                        <a:rPr sz="1900" b="1" i="0">
                          <a:solidFill>
                            <a:srgbClr val="C00000"/>
                          </a:solidFill>
                          <a:latin typeface="Times New Roman"/>
                        </a:rPr>
                        <a:t>19.1</a:t>
                      </a:r>
                    </a:p>
                  </a:txBody>
                  <a:tcPr marL="73152" marR="54864" marT="27432" marB="27432" anchor="ctr">
                    <a:solidFill>
                      <a:srgbClr val="F8E5E5"/>
                    </a:solidFill>
                  </a:tcPr>
                </a:tc>
                <a:tc>
                  <a:txBody>
                    <a:bodyPr/>
                    <a:lstStyle/>
                    <a:p>
                      <a:pPr algn="ctr"/>
                      <a:r>
                        <a:rPr sz="1900" b="1" i="0">
                          <a:solidFill>
                            <a:srgbClr val="C00000"/>
                          </a:solidFill>
                          <a:latin typeface="Times New Roman"/>
                        </a:rPr>
                        <a:t>105,866</a:t>
                      </a:r>
                    </a:p>
                  </a:txBody>
                  <a:tcPr marL="73152" marR="54864" marT="27432" marB="27432" anchor="ctr">
                    <a:solidFill>
                      <a:srgbClr val="F8E5E5"/>
                    </a:solidFill>
                  </a:tcPr>
                </a:tc>
                <a:extLst>
                  <a:ext uri="{0D108BD9-81ED-4DB2-BD59-A6C34878D82A}">
                    <a16:rowId xmlns:a16="http://schemas.microsoft.com/office/drawing/2014/main" val="10004"/>
                  </a:ext>
                </a:extLst>
              </a:tr>
            </a:tbl>
          </a:graphicData>
        </a:graphic>
      </p:graphicFrame>
      <p:sp>
        <p:nvSpPr>
          <p:cNvPr id="40" name="Rectangle 39"/>
          <p:cNvSpPr/>
          <p:nvPr/>
        </p:nvSpPr>
        <p:spPr>
          <a:xfrm>
            <a:off x="411480" y="4526280"/>
            <a:ext cx="11384280" cy="1051560"/>
          </a:xfrm>
          <a:prstGeom prst="rect">
            <a:avLst/>
          </a:prstGeom>
          <a:solidFill>
            <a:srgbClr val="F8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8640" y="4526280"/>
            <a:ext cx="11155680" cy="1051560"/>
          </a:xfrm>
          <a:prstGeom prst="rect">
            <a:avLst/>
          </a:prstGeom>
          <a:noFill/>
        </p:spPr>
        <p:txBody>
          <a:bodyPr wrap="square" lIns="45720" rIns="45720" anchor="ctr">
            <a:spAutoFit/>
          </a:bodyPr>
          <a:lstStyle/>
          <a:p>
            <a:pPr algn="l">
              <a:spcAft>
                <a:spcPts val="0"/>
              </a:spcAft>
            </a:pPr>
            <a:r>
              <a:rPr sz="1600" b="1" i="0">
                <a:solidFill>
                  <a:srgbClr val="C00000"/>
                </a:solidFill>
                <a:latin typeface="Times New Roman"/>
              </a:rPr>
              <a:t>Trade-off: </a:t>
            </a:r>
            <a:r>
              <a:rPr sz="1600" b="0" i="0">
                <a:solidFill>
                  <a:srgbClr val="242424"/>
                </a:solidFill>
                <a:latin typeface="Times New Roman"/>
              </a:rPr>
              <a:t>the CNN improves accuracy by 3.0 pp over the MLP with about 10 % fewer parameters, but takes 2.8× longer to train, so the gain has a compute cost. Parameter count alone therefore does not explain the CNN's advantage.</a:t>
            </a:r>
          </a:p>
        </p:txBody>
      </p:sp>
      <p:sp>
        <p:nvSpPr>
          <p:cNvPr id="42" name="TextBox 41"/>
          <p:cNvSpPr txBox="1"/>
          <p:nvPr/>
        </p:nvSpPr>
        <p:spPr>
          <a:xfrm>
            <a:off x="411480" y="5669280"/>
            <a:ext cx="11384280" cy="411480"/>
          </a:xfrm>
          <a:prstGeom prst="rect">
            <a:avLst/>
          </a:prstGeom>
          <a:noFill/>
        </p:spPr>
        <p:txBody>
          <a:bodyPr wrap="square" lIns="45720" rIns="45720" anchor="ctr">
            <a:spAutoFit/>
          </a:bodyPr>
          <a:lstStyle/>
          <a:p>
            <a:pPr algn="l">
              <a:spcAft>
                <a:spcPts val="400"/>
              </a:spcAft>
            </a:pPr>
            <a:r>
              <a:rPr sz="1400" b="0" i="0">
                <a:solidFill>
                  <a:srgbClr val="595959"/>
                </a:solidFill>
                <a:latin typeface="Times New Roman"/>
              </a:rPr>
              <a:t>Mean ± sample SD across 3 seeds · same NVIDIA A100 GPU · training time includes early-stopping validation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8288" y="612648"/>
            <a:ext cx="438912" cy="438912"/>
          </a:xfrm>
          <a:prstGeom prst="rect">
            <a:avLst/>
          </a:prstGeom>
        </p:spPr>
      </p:pic>
      <p:sp>
        <p:nvSpPr>
          <p:cNvPr id="4" name="Title"/>
          <p:cNvSpPr txBox="1"/>
          <p:nvPr/>
        </p:nvSpPr>
        <p:spPr>
          <a:xfrm>
            <a:off x="457200" y="548640"/>
            <a:ext cx="7726679" cy="822960"/>
          </a:xfrm>
          <a:prstGeom prst="rect">
            <a:avLst/>
          </a:prstGeom>
          <a:noFill/>
        </p:spPr>
        <p:txBody>
          <a:bodyPr wrap="square" lIns="45720" rIns="45720" anchor="t">
            <a:spAutoFit/>
          </a:bodyPr>
          <a:lstStyle/>
          <a:p>
            <a:pPr algn="l">
              <a:spcAft>
                <a:spcPts val="400"/>
              </a:spcAft>
            </a:pPr>
            <a:r>
              <a:rPr sz="2400" b="1" i="0">
                <a:solidFill>
                  <a:srgbClr val="C00000"/>
                </a:solidFill>
                <a:latin typeface="Times New Roman"/>
              </a:rPr>
              <a:t>Pixel shuffling reverses the CNN–MLP ranking</a:t>
            </a:r>
          </a:p>
        </p:txBody>
      </p:sp>
      <p:sp>
        <p:nvSpPr>
          <p:cNvPr id="38" name="灯片编号占位符 3">
            <a:extLst>
              <a:ext uri="{FF2B5EF4-FFF2-40B4-BE49-F238E27FC236}">
                <a16:creationId xmlns:a16="http://schemas.microsoft.com/office/drawing/2014/main" id="{9DCE690A-4DDE-D357-CF33-ECA2C1B5F0F6}"/>
              </a:ext>
            </a:extLst>
          </p:cNvPr>
          <p:cNvSpPr>
            <a:spLocks noGrp="1"/>
          </p:cNvSpPr>
          <p:nvPr>
            <p:ph type="sldNum" sz="quarter" idx="12"/>
          </p:nvPr>
        </p:nvSpPr>
        <p:spPr>
          <a:xfrm>
            <a:off x="9677400" y="6553200"/>
            <a:ext cx="2540000" cy="457200"/>
          </a:xfrm>
        </p:spPr>
        <p:txBody>
          <a:bodyPr/>
          <a:lstStyle/>
          <a:p>
            <a:fld id="{6C395895-F29C-4166-A949-0FBA29CB659F}" type="slidenum">
              <a:rPr lang="en-US" altLang="en-US" smtClean="0"/>
              <a:pPr/>
              <a:t>5</a:t>
            </a:fld>
            <a:endParaRPr lang="en-US" altLang="en-US" dirty="0"/>
          </a:p>
        </p:txBody>
      </p:sp>
      <p:sp>
        <p:nvSpPr>
          <p:cNvPr id="39" name="Rectangle 38"/>
          <p:cNvSpPr/>
          <p:nvPr/>
        </p:nvSpPr>
        <p:spPr>
          <a:xfrm>
            <a:off x="411480" y="1417320"/>
            <a:ext cx="2697480"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02920" y="1417320"/>
            <a:ext cx="2514600" cy="1463040"/>
          </a:xfrm>
          <a:prstGeom prst="rect">
            <a:avLst/>
          </a:prstGeom>
          <a:noFill/>
        </p:spPr>
        <p:txBody>
          <a:bodyPr wrap="square" lIns="45720" rIns="45720" anchor="ctr">
            <a:spAutoFit/>
          </a:bodyPr>
          <a:lstStyle/>
          <a:p>
            <a:pPr algn="l">
              <a:spcAft>
                <a:spcPts val="200"/>
              </a:spcAft>
            </a:pPr>
            <a:r>
              <a:rPr sz="1300" b="1" i="0">
                <a:solidFill>
                  <a:srgbClr val="404040"/>
                </a:solidFill>
                <a:latin typeface="Times New Roman"/>
              </a:rPr>
              <a:t>Data property</a:t>
            </a:r>
          </a:p>
          <a:p>
            <a:pPr algn="l">
              <a:spcAft>
                <a:spcPts val="200"/>
              </a:spcAft>
            </a:pPr>
            <a:r>
              <a:rPr sz="1300" b="0" i="0">
                <a:solidFill>
                  <a:srgbClr val="242424"/>
                </a:solidFill>
                <a:latin typeface="Times New Roman"/>
              </a:rPr>
              <a:t>Clothing classes differ through local contours and parts: sleeves, soles, handles.</a:t>
            </a:r>
          </a:p>
        </p:txBody>
      </p:sp>
      <p:sp>
        <p:nvSpPr>
          <p:cNvPr id="41" name="Right Arrow 40"/>
          <p:cNvSpPr/>
          <p:nvPr/>
        </p:nvSpPr>
        <p:spPr>
          <a:xfrm>
            <a:off x="3118104" y="2011680"/>
            <a:ext cx="182880" cy="274320"/>
          </a:xfrm>
          <a:prstGeom prst="rightArrow">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310128" y="1417320"/>
            <a:ext cx="2697480"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401568" y="1417320"/>
            <a:ext cx="2514600" cy="1463040"/>
          </a:xfrm>
          <a:prstGeom prst="rect">
            <a:avLst/>
          </a:prstGeom>
          <a:noFill/>
        </p:spPr>
        <p:txBody>
          <a:bodyPr wrap="square" lIns="45720" rIns="45720" anchor="ctr">
            <a:spAutoFit/>
          </a:bodyPr>
          <a:lstStyle/>
          <a:p>
            <a:pPr algn="l">
              <a:spcAft>
                <a:spcPts val="200"/>
              </a:spcAft>
            </a:pPr>
            <a:r>
              <a:rPr sz="1300" b="1" i="0">
                <a:solidFill>
                  <a:srgbClr val="404040"/>
                </a:solidFill>
                <a:latin typeface="Times New Roman"/>
              </a:rPr>
              <a:t>Why the CNN benefits</a:t>
            </a:r>
          </a:p>
          <a:p>
            <a:pPr algn="l">
              <a:spcAft>
                <a:spcPts val="200"/>
              </a:spcAft>
            </a:pPr>
            <a:r>
              <a:rPr sz="1300" b="0" i="0">
                <a:solidFill>
                  <a:srgbClr val="242424"/>
                </a:solidFill>
                <a:latin typeface="Times New Roman"/>
              </a:rPr>
              <a:t>Shared 3×3 filters detect the same local pattern anywhere. The MLP has no shared neighbourhood detector.</a:t>
            </a:r>
          </a:p>
        </p:txBody>
      </p:sp>
      <p:sp>
        <p:nvSpPr>
          <p:cNvPr id="44" name="Right Arrow 43"/>
          <p:cNvSpPr/>
          <p:nvPr/>
        </p:nvSpPr>
        <p:spPr>
          <a:xfrm>
            <a:off x="6016752" y="2011680"/>
            <a:ext cx="182880" cy="274320"/>
          </a:xfrm>
          <a:prstGeom prst="rightArrow">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208776" y="1417320"/>
            <a:ext cx="2697480"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00216" y="1417320"/>
            <a:ext cx="2514600" cy="1463040"/>
          </a:xfrm>
          <a:prstGeom prst="rect">
            <a:avLst/>
          </a:prstGeom>
          <a:noFill/>
        </p:spPr>
        <p:txBody>
          <a:bodyPr wrap="square" lIns="45720" rIns="45720" anchor="ctr">
            <a:spAutoFit/>
          </a:bodyPr>
          <a:lstStyle/>
          <a:p>
            <a:pPr algn="l">
              <a:spcAft>
                <a:spcPts val="200"/>
              </a:spcAft>
            </a:pPr>
            <a:r>
              <a:rPr sz="1300" b="1" i="0">
                <a:solidFill>
                  <a:srgbClr val="404040"/>
                </a:solidFill>
                <a:latin typeface="Times New Roman"/>
              </a:rPr>
              <a:t>Controlled ablation</a:t>
            </a:r>
          </a:p>
          <a:p>
            <a:pPr algn="l">
              <a:spcAft>
                <a:spcPts val="200"/>
              </a:spcAft>
            </a:pPr>
            <a:r>
              <a:rPr sz="1300" b="0" i="0">
                <a:solidFill>
                  <a:srgbClr val="242424"/>
                </a:solidFill>
                <a:latin typeface="Times New Roman"/>
              </a:rPr>
              <a:t>One fixed pixel shuffle for train, validation and test; every model retrained. Values and labels kept; true neighbours gone.</a:t>
            </a:r>
          </a:p>
        </p:txBody>
      </p:sp>
      <p:sp>
        <p:nvSpPr>
          <p:cNvPr id="47" name="Right Arrow 46"/>
          <p:cNvSpPr/>
          <p:nvPr/>
        </p:nvSpPr>
        <p:spPr>
          <a:xfrm>
            <a:off x="8915400" y="2011680"/>
            <a:ext cx="182880" cy="274320"/>
          </a:xfrm>
          <a:prstGeom prst="rightArrow">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9107424" y="1417320"/>
            <a:ext cx="2697480"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198864" y="1417320"/>
            <a:ext cx="2514600" cy="1463040"/>
          </a:xfrm>
          <a:prstGeom prst="rect">
            <a:avLst/>
          </a:prstGeom>
          <a:noFill/>
        </p:spPr>
        <p:txBody>
          <a:bodyPr wrap="square" lIns="45720" rIns="45720" anchor="ctr">
            <a:spAutoFit/>
          </a:bodyPr>
          <a:lstStyle/>
          <a:p>
            <a:pPr algn="l">
              <a:spcAft>
                <a:spcPts val="200"/>
              </a:spcAft>
            </a:pPr>
            <a:r>
              <a:rPr sz="1300" b="1" i="0">
                <a:solidFill>
                  <a:srgbClr val="404040"/>
                </a:solidFill>
                <a:latin typeface="Times New Roman"/>
              </a:rPr>
              <a:t>Prediction</a:t>
            </a:r>
          </a:p>
          <a:p>
            <a:pPr algn="l">
              <a:spcAft>
                <a:spcPts val="200"/>
              </a:spcAft>
            </a:pPr>
            <a:r>
              <a:rPr sz="1300" b="0" i="0">
                <a:solidFill>
                  <a:srgbClr val="242424"/>
                </a:solidFill>
                <a:latin typeface="Times New Roman"/>
              </a:rPr>
              <a:t>The CNN should lose far more than the dense models, shrinking or reversing its lead over the MLP.</a:t>
            </a:r>
          </a:p>
        </p:txBody>
      </p:sp>
      <p:graphicFrame>
        <p:nvGraphicFramePr>
          <p:cNvPr id="50" name="Chart 49"/>
          <p:cNvGraphicFramePr>
            <a:graphicFrameLocks noGrp="1"/>
          </p:cNvGraphicFramePr>
          <p:nvPr/>
        </p:nvGraphicFramePr>
        <p:xfrm>
          <a:off x="411480" y="2971800"/>
          <a:ext cx="7315200" cy="2057400"/>
        </p:xfrm>
        <a:graphic>
          <a:graphicData uri="http://schemas.openxmlformats.org/drawingml/2006/chart">
            <c:chart xmlns:c="http://schemas.openxmlformats.org/drawingml/2006/chart" xmlns:r="http://schemas.openxmlformats.org/officeDocument/2006/relationships" r:id="rId4"/>
          </a:graphicData>
        </a:graphic>
      </p:graphicFrame>
      <p:sp>
        <p:nvSpPr>
          <p:cNvPr id="51" name="Rectangle 50"/>
          <p:cNvSpPr/>
          <p:nvPr/>
        </p:nvSpPr>
        <p:spPr>
          <a:xfrm>
            <a:off x="7955279" y="2971800"/>
            <a:ext cx="384048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046719" y="3008376"/>
            <a:ext cx="3657600" cy="502920"/>
          </a:xfrm>
          <a:prstGeom prst="rect">
            <a:avLst/>
          </a:prstGeom>
          <a:noFill/>
        </p:spPr>
        <p:txBody>
          <a:bodyPr wrap="square" lIns="45720" rIns="45720" anchor="ctr">
            <a:spAutoFit/>
          </a:bodyPr>
          <a:lstStyle/>
          <a:p>
            <a:pPr algn="ctr">
              <a:spcAft>
                <a:spcPts val="400"/>
              </a:spcAft>
            </a:pPr>
            <a:r>
              <a:rPr sz="2200" b="1" i="0">
                <a:solidFill>
                  <a:srgbClr val="C00000"/>
                </a:solidFill>
                <a:latin typeface="Times New Roman"/>
              </a:rPr>
              <a:t>+3.03 → −0.63</a:t>
            </a:r>
          </a:p>
        </p:txBody>
      </p:sp>
      <p:sp>
        <p:nvSpPr>
          <p:cNvPr id="53" name="TextBox 52"/>
          <p:cNvSpPr txBox="1"/>
          <p:nvPr/>
        </p:nvSpPr>
        <p:spPr>
          <a:xfrm>
            <a:off x="8046719" y="3493008"/>
            <a:ext cx="3657600" cy="384048"/>
          </a:xfrm>
          <a:prstGeom prst="rect">
            <a:avLst/>
          </a:prstGeom>
          <a:noFill/>
        </p:spPr>
        <p:txBody>
          <a:bodyPr wrap="square" lIns="45720" rIns="45720" anchor="t">
            <a:spAutoFit/>
          </a:bodyPr>
          <a:lstStyle/>
          <a:p>
            <a:pPr algn="ctr">
              <a:spcAft>
                <a:spcPts val="400"/>
              </a:spcAft>
            </a:pPr>
            <a:r>
              <a:rPr sz="1400" b="0" i="0">
                <a:solidFill>
                  <a:srgbClr val="242424"/>
                </a:solidFill>
                <a:latin typeface="Times New Roman"/>
              </a:rPr>
              <a:t>CNN − MLP gap (pp), original → shuffled</a:t>
            </a:r>
          </a:p>
        </p:txBody>
      </p:sp>
      <p:sp>
        <p:nvSpPr>
          <p:cNvPr id="54" name="Rectangle 53"/>
          <p:cNvSpPr/>
          <p:nvPr/>
        </p:nvSpPr>
        <p:spPr>
          <a:xfrm>
            <a:off x="7955279" y="3959352"/>
            <a:ext cx="3840480" cy="10698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046720" y="3959352"/>
            <a:ext cx="3657600" cy="1069848"/>
          </a:xfrm>
          <a:prstGeom prst="rect">
            <a:avLst/>
          </a:prstGeom>
          <a:noFill/>
        </p:spPr>
        <p:txBody>
          <a:bodyPr wrap="square" lIns="45720" rIns="45720" anchor="ctr">
            <a:spAutoFit/>
          </a:bodyPr>
          <a:lstStyle/>
          <a:p>
            <a:pPr algn="ctr">
              <a:spcAft>
                <a:spcPts val="200"/>
              </a:spcAft>
            </a:pPr>
            <a:r>
              <a:rPr sz="1400" b="1" i="0">
                <a:solidFill>
                  <a:srgbClr val="404040"/>
                </a:solidFill>
                <a:latin typeface="Times New Roman"/>
              </a:rPr>
              <a:t>Selective effect (accuracy change)</a:t>
            </a:r>
          </a:p>
          <a:p>
            <a:pPr algn="ctr">
              <a:spcAft>
                <a:spcPts val="200"/>
              </a:spcAft>
            </a:pPr>
            <a:r>
              <a:rPr sz="1500" b="0" i="0">
                <a:solidFill>
                  <a:srgbClr val="242424"/>
                </a:solidFill>
                <a:latin typeface="Times New Roman"/>
              </a:rPr>
              <a:t>Centroid 0.00 · Logistic 0.00</a:t>
            </a:r>
          </a:p>
          <a:p>
            <a:pPr algn="ctr">
              <a:spcAft>
                <a:spcPts val="200"/>
              </a:spcAft>
            </a:pPr>
            <a:r>
              <a:rPr sz="1500" b="0" i="0">
                <a:solidFill>
                  <a:srgbClr val="242424"/>
                </a:solidFill>
                <a:latin typeface="Times New Roman"/>
              </a:rPr>
              <a:t>MLP −0.23 · </a:t>
            </a:r>
            <a:r>
              <a:rPr sz="1500" b="1" i="0">
                <a:solidFill>
                  <a:srgbClr val="C00000"/>
                </a:solidFill>
                <a:latin typeface="Times New Roman"/>
              </a:rPr>
              <a:t>CNN −3.88 pp</a:t>
            </a:r>
          </a:p>
        </p:txBody>
      </p:sp>
      <p:sp>
        <p:nvSpPr>
          <p:cNvPr id="56" name="Rectangle 55"/>
          <p:cNvSpPr/>
          <p:nvPr/>
        </p:nvSpPr>
        <p:spPr>
          <a:xfrm>
            <a:off x="411480" y="5120640"/>
            <a:ext cx="11384280" cy="868680"/>
          </a:xfrm>
          <a:prstGeom prst="rect">
            <a:avLst/>
          </a:prstGeom>
          <a:solidFill>
            <a:srgbClr val="F8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48640" y="5120640"/>
            <a:ext cx="11155680" cy="868680"/>
          </a:xfrm>
          <a:prstGeom prst="rect">
            <a:avLst/>
          </a:prstGeom>
          <a:noFill/>
        </p:spPr>
        <p:txBody>
          <a:bodyPr wrap="square" lIns="45720" rIns="45720" anchor="ctr">
            <a:spAutoFit/>
          </a:bodyPr>
          <a:lstStyle/>
          <a:p>
            <a:pPr algn="l">
              <a:spcAft>
                <a:spcPts val="0"/>
              </a:spcAft>
            </a:pPr>
            <a:r>
              <a:rPr sz="1600" b="1" i="0">
                <a:solidFill>
                  <a:srgbClr val="C00000"/>
                </a:solidFill>
                <a:latin typeface="Times New Roman"/>
              </a:rPr>
              <a:t>Conclusion: </a:t>
            </a:r>
            <a:r>
              <a:rPr sz="1600" b="0" i="0">
                <a:solidFill>
                  <a:srgbClr val="242424"/>
                </a:solidFill>
                <a:latin typeface="Times New Roman"/>
              </a:rPr>
              <a:t>the fixed shuffle preserves pixel values and labels but destroys neighbourhood structure. The dense controls stay stable while the CNN loses 3.88 points, reversing the CNN–MLP ranking. This selective drop supports spatial locality as the explanation under this protocol.</a:t>
            </a:r>
          </a:p>
        </p:txBody>
      </p:sp>
      <p:sp>
        <p:nvSpPr>
          <p:cNvPr id="58" name="TextBox 57"/>
          <p:cNvSpPr txBox="1"/>
          <p:nvPr/>
        </p:nvSpPr>
        <p:spPr>
          <a:xfrm>
            <a:off x="411480" y="5998464"/>
            <a:ext cx="11384280" cy="274320"/>
          </a:xfrm>
          <a:prstGeom prst="rect">
            <a:avLst/>
          </a:prstGeom>
          <a:noFill/>
        </p:spPr>
        <p:txBody>
          <a:bodyPr wrap="square" lIns="45720" rIns="45720" anchor="t">
            <a:spAutoFit/>
          </a:bodyPr>
          <a:lstStyle/>
          <a:p>
            <a:pPr algn="l">
              <a:spcAft>
                <a:spcPts val="0"/>
              </a:spcAft>
            </a:pPr>
            <a:r>
              <a:rPr sz="1200" b="0" i="1">
                <a:solidFill>
                  <a:srgbClr val="595959"/>
                </a:solidFill>
                <a:latin typeface="Times New Roman"/>
              </a:rPr>
              <a:t>Scope: one dataset, one permutation and three training seeds.</a:t>
            </a:r>
          </a:p>
        </p:txBody>
      </p:sp>
    </p:spTree>
  </p:cSld>
  <p:clrMapOvr>
    <a:masterClrMapping/>
  </p:clrMapOvr>
</p:sld>
</file>

<file path=ppt/theme/theme1.xml><?xml version="1.0" encoding="utf-8"?>
<a:theme xmlns:a="http://schemas.openxmlformats.org/drawingml/2006/main" name="4_Presentation4">
  <a:themeElements>
    <a:clrScheme name="Presentation4 13">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Presentation4">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Presentation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esentation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esentation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esentation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esentation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resentation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resentation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resentation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resentation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resentation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resentation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Presentation4 13">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Presentation4">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70C0"/>
      </a:hlink>
      <a:folHlink>
        <a:srgbClr val="0070C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Presentation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esentation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esentation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esentation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esentation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resentation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resentation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resentation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resentation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resentation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resentation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Presentation4 13">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JJ1_Presentation4">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70C0"/>
      </a:hlink>
      <a:folHlink>
        <a:srgbClr val="0070C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Presentation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esentation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esentation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esentation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esentation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resentation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resentation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resentation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resentation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resentation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resentation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Presentation4 13">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JJ2_Presentation4">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70C0"/>
      </a:hlink>
      <a:folHlink>
        <a:srgbClr val="0070C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Presentation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esentation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esentation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esentation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esentation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resentation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resentation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resentation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resentation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resentation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resentation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Presentation4 13">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0_Presentation4">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70C0"/>
      </a:hlink>
      <a:folHlink>
        <a:srgbClr val="0070C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Presentation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esentation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esentation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esentation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esentation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resentation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resentation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resentation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resentation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resentation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resentation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Presentation4 13">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8_Presentation4">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70C0"/>
      </a:hlink>
      <a:folHlink>
        <a:srgbClr val="0070C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Presentation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esentation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esentation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esentation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esentation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resentation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resentation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resentation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resentation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resentation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resentation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Presentation4 13">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Presentation4">
  <a:themeElements>
    <a:clrScheme name="Presentation4 13">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Presentation4">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Presentation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esentation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esentation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esentation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esentation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resentation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resentation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resentation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resentation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resentation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resentation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Presentation4 13">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Presentation4">
  <a:themeElements>
    <a:clrScheme name="Presentation4 13">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Presentation4">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defRPr>
        </a:defPPr>
      </a:lstStyle>
    </a:lnDef>
  </a:objectDefaults>
  <a:extraClrSchemeLst>
    <a:extraClrScheme>
      <a:clrScheme name="Presentation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esentation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esentation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esentation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esentation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resentation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resentation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resentation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resentation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resentation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resentation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Presentation4 13">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43167</TotalTime>
  <Words>734</Words>
  <Application>Microsoft Macintosh PowerPoint</Application>
  <PresentationFormat>Widescreen</PresentationFormat>
  <Paragraphs>101</Paragraphs>
  <Slides>5</Slides>
  <Notes>5</Notes>
  <HiddenSlides>0</HiddenSlides>
  <MMClips>0</MMClips>
  <ScaleCrop>false</ScaleCrop>
  <HeadingPairs>
    <vt:vector size="6" baseType="variant">
      <vt:variant>
        <vt:lpstr>Fonts Used</vt:lpstr>
      </vt:variant>
      <vt:variant>
        <vt:i4>4</vt:i4>
      </vt:variant>
      <vt:variant>
        <vt:lpstr>Theme</vt:lpstr>
      </vt:variant>
      <vt:variant>
        <vt:i4>8</vt:i4>
      </vt:variant>
      <vt:variant>
        <vt:lpstr>Slide Titles</vt:lpstr>
      </vt:variant>
      <vt:variant>
        <vt:i4>5</vt:i4>
      </vt:variant>
    </vt:vector>
  </HeadingPairs>
  <TitlesOfParts>
    <vt:vector size="17" baseType="lpstr">
      <vt:lpstr>Arial</vt:lpstr>
      <vt:lpstr>Calibri</vt:lpstr>
      <vt:lpstr>Cambria</vt:lpstr>
      <vt:lpstr>Times New Roman</vt:lpstr>
      <vt:lpstr>4_Presentation4</vt:lpstr>
      <vt:lpstr>5_Presentation4</vt:lpstr>
      <vt:lpstr>JJ1_Presentation4</vt:lpstr>
      <vt:lpstr>JJ2_Presentation4</vt:lpstr>
      <vt:lpstr>10_Presentation4</vt:lpstr>
      <vt:lpstr>8_Presentation4</vt:lpstr>
      <vt:lpstr>7_Presentation4</vt:lpstr>
      <vt:lpstr>6_Presentation4</vt:lpstr>
      <vt:lpstr>PowerPoint Presentation</vt:lpstr>
      <vt:lpstr>PowerPoint Presentation</vt:lpstr>
      <vt:lpstr>PowerPoint Presentation</vt:lpstr>
      <vt:lpstr>PowerPoint Presentation</vt:lpstr>
      <vt:lpstr>PowerPoint Presentation</vt:lpstr>
    </vt:vector>
  </TitlesOfParts>
  <Company>UITS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天怡 王</cp:lastModifiedBy>
  <cp:revision>1369</cp:revision>
  <cp:lastPrinted>2023-05-02T11:45:32Z</cp:lastPrinted>
  <dcterms:created xsi:type="dcterms:W3CDTF">2007-01-11T05:28:47Z</dcterms:created>
  <dcterms:modified xsi:type="dcterms:W3CDTF">2026-10-03T11:11:51Z</dcterms:modified>
</cp:coreProperties>
</file>